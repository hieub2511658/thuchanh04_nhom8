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3" r:id="rId3"/>
    <p:sldId id="264" r:id="rId4"/>
    <p:sldId id="265" r:id="rId5"/>
    <p:sldId id="266" r:id="rId6"/>
    <p:sldId id="268" r:id="rId7"/>
    <p:sldId id="270" r:id="rId8"/>
    <p:sldId id="27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663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361" autoAdjust="0"/>
    <p:restoredTop sz="94660"/>
  </p:normalViewPr>
  <p:slideViewPr>
    <p:cSldViewPr snapToGrid="0">
      <p:cViewPr>
        <p:scale>
          <a:sx n="60" d="100"/>
          <a:sy n="60" d="100"/>
        </p:scale>
        <p:origin x="38" y="5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5000" b="1">
                <a:solidFill>
                  <a:srgbClr val="996633"/>
                </a:solidFill>
                <a:latin typeface="Times New Roman" panose="02020603050405020304" pitchFamily="18" charset="0"/>
                <a:cs typeface="Times New Roman" panose="02020603050405020304" pitchFamily="18" charset="0"/>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3200" b="1">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8C298F6-A5A0-4445-88E0-43D046D6CBFB}"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C0C660-20E5-40C3-A36D-333213CED0D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vi-VN" altLang="en-US"/>
              <a:t>- </a:t>
            </a:r>
            <a:r>
              <a:rPr lang="en-US"/>
              <a:t>Second level</a:t>
            </a:r>
          </a:p>
          <a:p>
            <a:pPr lvl="2"/>
            <a:r>
              <a:rPr lang="vi-VN" altLang="en-US"/>
              <a:t>+ </a:t>
            </a:r>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8C298F6-A5A0-4445-88E0-43D046D6CBFB}"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C0C660-20E5-40C3-A36D-333213CED0D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C298F6-A5A0-4445-88E0-43D046D6CBFB}"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C0C660-20E5-40C3-A36D-333213CED0D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8C298F6-A5A0-4445-88E0-43D046D6CBFB}"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C0C660-20E5-40C3-A36D-333213CED0D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8C298F6-A5A0-4445-88E0-43D046D6CBFB}" type="datetimeFigureOut">
              <a:rPr lang="en-US" smtClean="0"/>
              <a:t>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4C0C660-20E5-40C3-A36D-333213CED0D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50000">
                      <a:schemeClr val="tx1"/>
                    </a:gs>
                    <a:gs pos="0">
                      <a:schemeClr val="tx1">
                        <a:lumMod val="25000"/>
                        <a:lumOff val="75000"/>
                      </a:schemeClr>
                    </a:gs>
                    <a:gs pos="100000">
                      <a:schemeClr val="tx1">
                        <a:lumMod val="85000"/>
                      </a:schemeClr>
                    </a:gs>
                  </a:gsLst>
                  <a:lin ang="5400000" scaled="1"/>
                </a:gradFill>
              </a:defRPr>
            </a:lvl1pPr>
          </a:lstStyle>
          <a:p>
            <a:r>
              <a:rPr lang="en-US"/>
              <a:t>Click to edit Master title style</a:t>
            </a:r>
          </a:p>
        </p:txBody>
      </p:sp>
      <p:sp>
        <p:nvSpPr>
          <p:cNvPr id="3" name="Date Placeholder 2"/>
          <p:cNvSpPr>
            <a:spLocks noGrp="1"/>
          </p:cNvSpPr>
          <p:nvPr>
            <p:ph type="dt" sz="half" idx="10"/>
          </p:nvPr>
        </p:nvSpPr>
        <p:spPr/>
        <p:txBody>
          <a:bodyPr/>
          <a:lstStyle/>
          <a:p>
            <a:fld id="{C8C298F6-A5A0-4445-88E0-43D046D6CBFB}" type="datetimeFigureOut">
              <a:rPr lang="en-US" smtClean="0"/>
              <a:t>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4C0C660-20E5-40C3-A36D-333213CED0D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C298F6-A5A0-4445-88E0-43D046D6CBFB}" type="datetimeFigureOut">
              <a:rPr lang="en-US" smtClean="0"/>
              <a:t>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4C0C660-20E5-40C3-A36D-333213CED0D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8C298F6-A5A0-4445-88E0-43D046D6CBFB}"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C0C660-20E5-40C3-A36D-333213CED0D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8C298F6-A5A0-4445-88E0-43D046D6CBFB}"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C0C660-20E5-40C3-A36D-333213CED0D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8C298F6-A5A0-4445-88E0-43D046D6CBFB}"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C0C660-20E5-40C3-A36D-333213CED0D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8C298F6-A5A0-4445-88E0-43D046D6CBFB}"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C0C660-20E5-40C3-A36D-333213CED0DF}"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8C298F6-A5A0-4445-88E0-43D046D6CBFB}"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C0C660-20E5-40C3-A36D-333213CED0D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4"/>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 </a:t>
            </a:r>
          </a:p>
          <a:p>
            <a:pPr lvl="1"/>
            <a:r>
              <a:rPr lang="en-US"/>
              <a:t>- Second level</a:t>
            </a:r>
          </a:p>
          <a:p>
            <a:pPr lvl="2"/>
            <a:r>
              <a:rPr lang="en-US"/>
              <a:t>+ 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C298F6-A5A0-4445-88E0-43D046D6CBFB}" type="datetimeFigureOut">
              <a:rPr lang="en-US" smtClean="0"/>
              <a:t>2/5/2026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C0C660-20E5-40C3-A36D-333213CED0D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000" b="1" kern="1200">
          <a:solidFill>
            <a:srgbClr val="996633"/>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l" defTabSz="914400" rtl="0" eaLnBrk="1" latinLnBrk="0" hangingPunct="1">
        <a:lnSpc>
          <a:spcPct val="90000"/>
        </a:lnSpc>
        <a:spcBef>
          <a:spcPts val="500"/>
        </a:spcBef>
        <a:buFont typeface="Arial" panose="020B0604020202020204" pitchFamily="34" charset="0"/>
        <a:buNone/>
        <a:defRPr sz="2800" kern="1200">
          <a:solidFill>
            <a:schemeClr val="tx1"/>
          </a:solidFill>
          <a:latin typeface="Times New Roman" panose="02020603050405020304" pitchFamily="18" charset="0"/>
          <a:ea typeface="+mn-ea"/>
          <a:cs typeface="Times New Roman" panose="02020603050405020304" pitchFamily="18" charset="0"/>
        </a:defRPr>
      </a:lvl2pPr>
      <a:lvl3pPr marL="9144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Times New Roman" panose="02020603050405020304" pitchFamily="18" charset="0"/>
          <a:ea typeface="+mn-ea"/>
          <a:cs typeface="Times New Roman" panose="02020603050405020304" pitchFamily="18" charset="0"/>
        </a:defRPr>
      </a:lvl3pPr>
      <a:lvl4pPr marL="1657350" indent="-285750" algn="l" defTabSz="914400" rtl="0" eaLnBrk="1" latinLnBrk="0" hangingPunct="1">
        <a:lnSpc>
          <a:spcPct val="90000"/>
        </a:lnSpc>
        <a:spcBef>
          <a:spcPts val="500"/>
        </a:spcBef>
        <a:buFont typeface="Wingdings" panose="05000000000000000000" pitchFamily="2" charset="2"/>
        <a:buChar char="§"/>
        <a:defRPr sz="2200" kern="1200">
          <a:solidFill>
            <a:schemeClr val="tx1"/>
          </a:solidFill>
          <a:latin typeface="Times New Roman" panose="02020603050405020304" pitchFamily="18" charset="0"/>
          <a:ea typeface="+mn-ea"/>
          <a:cs typeface="Times New Roman" panose="02020603050405020304" pitchFamily="18" charset="0"/>
        </a:defRPr>
      </a:lvl4pPr>
      <a:lvl5pPr marL="2114550" indent="-285750" algn="l" defTabSz="914400" rtl="0" eaLnBrk="1" latinLnBrk="0" hangingPunct="1">
        <a:lnSpc>
          <a:spcPct val="90000"/>
        </a:lnSpc>
        <a:spcBef>
          <a:spcPts val="500"/>
        </a:spcBef>
        <a:buFont typeface="Wingdings" panose="05000000000000000000" pitchFamily="2" charset="2"/>
        <a:buChar char="ü"/>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BỐ CỤC MỘT BÀI THUYẾT TRÌNH</a:t>
            </a:r>
          </a:p>
        </p:txBody>
      </p:sp>
      <p:sp>
        <p:nvSpPr>
          <p:cNvPr id="3" name="Subtitle 2"/>
          <p:cNvSpPr>
            <a:spLocks noGrp="1"/>
          </p:cNvSpPr>
          <p:nvPr>
            <p:ph type="subTitle" idx="1"/>
          </p:nvPr>
        </p:nvSpPr>
        <p:spPr>
          <a:xfrm>
            <a:off x="1524000" y="3614738"/>
            <a:ext cx="9144000" cy="1655762"/>
          </a:xfrm>
        </p:spPr>
        <p:txBody>
          <a:bodyPr/>
          <a:lstStyle/>
          <a:p>
            <a:r>
              <a:rPr lang="en-US" dirty="0" err="1"/>
              <a:t>Ths</a:t>
            </a:r>
            <a:r>
              <a:rPr lang="en-US" dirty="0"/>
              <a:t>. </a:t>
            </a:r>
            <a:r>
              <a:rPr lang="en-US" dirty="0" err="1"/>
              <a:t>Họ</a:t>
            </a:r>
            <a:r>
              <a:rPr lang="en-US" dirty="0"/>
              <a:t> </a:t>
            </a:r>
            <a:r>
              <a:rPr lang="en-US" dirty="0" err="1"/>
              <a:t>và</a:t>
            </a:r>
            <a:r>
              <a:rPr lang="en-US" dirty="0"/>
              <a:t> </a:t>
            </a:r>
            <a:r>
              <a:rPr lang="en-US" dirty="0" err="1"/>
              <a:t>Tên</a:t>
            </a:r>
            <a:endParaRPr lang="en-US" dirty="0"/>
          </a:p>
        </p:txBody>
      </p:sp>
      <p:sp>
        <p:nvSpPr>
          <p:cNvPr id="4" name="Subtitle 2">
            <a:extLst>
              <a:ext uri="{FF2B5EF4-FFF2-40B4-BE49-F238E27FC236}">
                <a16:creationId xmlns:a16="http://schemas.microsoft.com/office/drawing/2014/main" id="{879FFD6C-FB84-8A1E-AE21-1718FD29282B}"/>
              </a:ext>
            </a:extLst>
          </p:cNvPr>
          <p:cNvSpPr txBox="1">
            <a:spLocks/>
          </p:cNvSpPr>
          <p:nvPr/>
        </p:nvSpPr>
        <p:spPr>
          <a:xfrm>
            <a:off x="4127500" y="5595937"/>
            <a:ext cx="9144000" cy="80486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32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Wingdings" panose="05000000000000000000" pitchFamily="2" charset="2"/>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800" dirty="0" err="1"/>
              <a:t>Trích</a:t>
            </a:r>
            <a:r>
              <a:rPr lang="en-US" sz="2800" dirty="0"/>
              <a:t> </a:t>
            </a:r>
            <a:r>
              <a:rPr lang="en-US" sz="2800" dirty="0" err="1"/>
              <a:t>từ</a:t>
            </a:r>
            <a:r>
              <a:rPr lang="en-US" sz="2800" dirty="0"/>
              <a:t> </a:t>
            </a:r>
            <a:r>
              <a:rPr lang="en-US" sz="2800" dirty="0" err="1"/>
              <a:t>Tủ</a:t>
            </a:r>
            <a:r>
              <a:rPr lang="en-US" sz="2800" dirty="0"/>
              <a:t> </a:t>
            </a:r>
            <a:r>
              <a:rPr lang="en-US" sz="2800" dirty="0" err="1"/>
              <a:t>sách</a:t>
            </a:r>
            <a:r>
              <a:rPr lang="en-US" sz="2800" dirty="0"/>
              <a:t> Khoa </a:t>
            </a:r>
            <a:r>
              <a:rPr lang="en-US" sz="2800" dirty="0" err="1"/>
              <a:t>học</a:t>
            </a:r>
            <a:r>
              <a:rPr lang="en-US" sz="2800" dirty="0"/>
              <a:t> VLOS</a:t>
            </a: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down)">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heel(1)">
                                      <p:cBhvr>
                                        <p:cTn id="1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1076325"/>
            <a:ext cx="10515600" cy="1325563"/>
          </a:xfrm>
        </p:spPr>
        <p:txBody>
          <a:bodyPr/>
          <a:lstStyle/>
          <a:p>
            <a:r>
              <a:rPr lang="en-US" dirty="0" err="1"/>
              <a:t>Giới</a:t>
            </a:r>
            <a:r>
              <a:rPr lang="en-US" dirty="0"/>
              <a:t> </a:t>
            </a:r>
            <a:r>
              <a:rPr lang="en-US" dirty="0" err="1"/>
              <a:t>thiệu</a:t>
            </a:r>
            <a:r>
              <a:rPr lang="en-US" dirty="0"/>
              <a:t> </a:t>
            </a:r>
          </a:p>
        </p:txBody>
      </p:sp>
      <p:sp>
        <p:nvSpPr>
          <p:cNvPr id="5" name="Content Placeholder 4"/>
          <p:cNvSpPr>
            <a:spLocks noGrp="1"/>
          </p:cNvSpPr>
          <p:nvPr>
            <p:ph idx="1"/>
          </p:nvPr>
        </p:nvSpPr>
        <p:spPr>
          <a:xfrm>
            <a:off x="838200" y="2185988"/>
            <a:ext cx="10515600" cy="4351338"/>
          </a:xfrm>
        </p:spPr>
        <p:txBody>
          <a:bodyPr/>
          <a:lstStyle/>
          <a:p>
            <a:r>
              <a:rPr lang="en-US" dirty="0" err="1"/>
              <a:t>Phần</a:t>
            </a:r>
            <a:r>
              <a:rPr lang="en-US" dirty="0"/>
              <a:t> </a:t>
            </a:r>
            <a:r>
              <a:rPr lang="en-US" dirty="0" err="1"/>
              <a:t>mở</a:t>
            </a:r>
            <a:r>
              <a:rPr lang="en-US" dirty="0"/>
              <a:t> </a:t>
            </a:r>
            <a:r>
              <a:rPr lang="en-US" dirty="0" err="1"/>
              <a:t>đầu</a:t>
            </a:r>
            <a:r>
              <a:rPr lang="en-US" dirty="0"/>
              <a:t> </a:t>
            </a:r>
          </a:p>
          <a:p>
            <a:pPr marL="0" indent="0">
              <a:buNone/>
            </a:pPr>
            <a:r>
              <a:rPr lang="en-US" dirty="0"/>
              <a:t>      – </a:t>
            </a:r>
            <a:r>
              <a:rPr lang="en-US" dirty="0" err="1"/>
              <a:t>Cần</a:t>
            </a:r>
            <a:r>
              <a:rPr lang="en-US" dirty="0"/>
              <a:t> </a:t>
            </a:r>
            <a:r>
              <a:rPr lang="en-US" dirty="0" err="1"/>
              <a:t>đạt</a:t>
            </a:r>
            <a:r>
              <a:rPr lang="en-US" dirty="0"/>
              <a:t> </a:t>
            </a:r>
            <a:r>
              <a:rPr lang="en-US" dirty="0" err="1"/>
              <a:t>được</a:t>
            </a:r>
            <a:r>
              <a:rPr lang="en-US" dirty="0"/>
              <a:t> </a:t>
            </a:r>
            <a:r>
              <a:rPr lang="en-US" dirty="0" err="1"/>
              <a:t>mục</a:t>
            </a:r>
            <a:r>
              <a:rPr lang="en-US" dirty="0"/>
              <a:t> </a:t>
            </a:r>
            <a:r>
              <a:rPr lang="en-US" dirty="0" err="1"/>
              <a:t>đích</a:t>
            </a:r>
            <a:r>
              <a:rPr lang="en-US" dirty="0"/>
              <a:t> </a:t>
            </a:r>
          </a:p>
          <a:p>
            <a:r>
              <a:rPr lang="en-US" dirty="0" err="1"/>
              <a:t>Phần</a:t>
            </a:r>
            <a:r>
              <a:rPr lang="en-US" dirty="0"/>
              <a:t> </a:t>
            </a:r>
            <a:r>
              <a:rPr lang="en-US" dirty="0" err="1"/>
              <a:t>chính</a:t>
            </a:r>
            <a:endParaRPr lang="en-US" dirty="0"/>
          </a:p>
          <a:p>
            <a:pPr marL="0" indent="0">
              <a:buNone/>
            </a:pPr>
            <a:r>
              <a:rPr lang="en-US" dirty="0"/>
              <a:t>      – </a:t>
            </a:r>
            <a:r>
              <a:rPr lang="en-US" dirty="0" err="1"/>
              <a:t>Đưa</a:t>
            </a:r>
            <a:r>
              <a:rPr lang="en-US" dirty="0"/>
              <a:t> </a:t>
            </a:r>
            <a:r>
              <a:rPr lang="en-US" dirty="0" err="1"/>
              <a:t>ra</a:t>
            </a:r>
            <a:r>
              <a:rPr lang="en-US" dirty="0"/>
              <a:t> </a:t>
            </a:r>
            <a:r>
              <a:rPr lang="en-US" dirty="0" err="1"/>
              <a:t>giải</a:t>
            </a:r>
            <a:r>
              <a:rPr lang="en-US" dirty="0"/>
              <a:t> </a:t>
            </a:r>
            <a:r>
              <a:rPr lang="en-US" dirty="0" err="1"/>
              <a:t>pháp</a:t>
            </a:r>
            <a:r>
              <a:rPr lang="en-US" dirty="0"/>
              <a:t>, ý </a:t>
            </a:r>
            <a:r>
              <a:rPr lang="en-US" dirty="0" err="1"/>
              <a:t>kiến</a:t>
            </a:r>
            <a:endParaRPr lang="en-US" dirty="0"/>
          </a:p>
          <a:p>
            <a:r>
              <a:rPr lang="en-US" dirty="0" err="1"/>
              <a:t>Phần</a:t>
            </a:r>
            <a:r>
              <a:rPr lang="en-US" dirty="0"/>
              <a:t> </a:t>
            </a:r>
            <a:r>
              <a:rPr lang="en-US" dirty="0" err="1"/>
              <a:t>kết</a:t>
            </a:r>
            <a:r>
              <a:rPr lang="en-US" dirty="0"/>
              <a:t> </a:t>
            </a:r>
          </a:p>
          <a:p>
            <a:pPr marL="0" indent="0">
              <a:buNone/>
            </a:pPr>
            <a:r>
              <a:rPr lang="en-US" dirty="0"/>
              <a:t>      – </a:t>
            </a:r>
            <a:r>
              <a:rPr lang="en-US" dirty="0" err="1"/>
              <a:t>Tóm</a:t>
            </a:r>
            <a:r>
              <a:rPr lang="en-US" dirty="0"/>
              <a:t> </a:t>
            </a:r>
            <a:r>
              <a:rPr lang="en-US" dirty="0" err="1"/>
              <a:t>tắt</a:t>
            </a:r>
            <a:r>
              <a:rPr lang="en-US" dirty="0"/>
              <a:t> </a:t>
            </a:r>
            <a:r>
              <a:rPr lang="en-US" dirty="0" err="1"/>
              <a:t>các</a:t>
            </a:r>
            <a:r>
              <a:rPr lang="en-US" dirty="0"/>
              <a:t> </a:t>
            </a:r>
            <a:r>
              <a:rPr lang="en-US" dirty="0" err="1"/>
              <a:t>nội</a:t>
            </a:r>
            <a:r>
              <a:rPr lang="en-US" dirty="0"/>
              <a:t> dung </a:t>
            </a:r>
            <a:r>
              <a:rPr lang="en-US" dirty="0" err="1"/>
              <a:t>đã</a:t>
            </a:r>
            <a:r>
              <a:rPr lang="en-US" dirty="0"/>
              <a:t> </a:t>
            </a:r>
            <a:r>
              <a:rPr lang="en-US" dirty="0" err="1"/>
              <a:t>được</a:t>
            </a:r>
            <a:r>
              <a:rPr lang="en-US" dirty="0"/>
              <a:t> </a:t>
            </a:r>
            <a:r>
              <a:rPr lang="en-US" dirty="0" err="1"/>
              <a:t>trình</a:t>
            </a:r>
            <a:r>
              <a:rPr lang="en-US" dirty="0"/>
              <a:t> </a:t>
            </a:r>
            <a:r>
              <a:rPr lang="en-US" dirty="0" err="1"/>
              <a:t>bày</a:t>
            </a:r>
            <a:endParaRPr lang="en-US" dirty="0"/>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250">
        <p15:prstTrans prst="origami"/>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1152525"/>
            <a:ext cx="10515600" cy="1325563"/>
          </a:xfrm>
        </p:spPr>
        <p:txBody>
          <a:bodyPr/>
          <a:lstStyle/>
          <a:p>
            <a:r>
              <a:rPr lang="en-US" dirty="0" err="1"/>
              <a:t>Phần</a:t>
            </a:r>
            <a:r>
              <a:rPr lang="en-US" dirty="0"/>
              <a:t> </a:t>
            </a:r>
            <a:r>
              <a:rPr lang="en-US" dirty="0" err="1"/>
              <a:t>mở</a:t>
            </a:r>
            <a:r>
              <a:rPr lang="en-US" dirty="0"/>
              <a:t> </a:t>
            </a:r>
            <a:r>
              <a:rPr lang="en-US" dirty="0" err="1"/>
              <a:t>đầu</a:t>
            </a:r>
            <a:endParaRPr lang="en-US" dirty="0"/>
          </a:p>
        </p:txBody>
      </p:sp>
      <p:sp>
        <p:nvSpPr>
          <p:cNvPr id="5" name="Content Placeholder 4"/>
          <p:cNvSpPr>
            <a:spLocks noGrp="1"/>
          </p:cNvSpPr>
          <p:nvPr>
            <p:ph idx="1"/>
          </p:nvPr>
        </p:nvSpPr>
        <p:spPr>
          <a:xfrm>
            <a:off x="838200" y="2387599"/>
            <a:ext cx="10515600" cy="3784601"/>
          </a:xfrm>
        </p:spPr>
        <p:txBody>
          <a:bodyPr>
            <a:normAutofit fontScale="92500" lnSpcReduction="20000"/>
          </a:bodyPr>
          <a:lstStyle/>
          <a:p>
            <a:r>
              <a:rPr lang="en-US" dirty="0"/>
              <a:t>Thu </a:t>
            </a:r>
            <a:r>
              <a:rPr lang="en-US" dirty="0" err="1"/>
              <a:t>hút</a:t>
            </a:r>
            <a:r>
              <a:rPr lang="en-US" dirty="0"/>
              <a:t> </a:t>
            </a:r>
            <a:r>
              <a:rPr lang="en-US" dirty="0" err="1"/>
              <a:t>sự</a:t>
            </a:r>
            <a:r>
              <a:rPr lang="en-US" dirty="0"/>
              <a:t> </a:t>
            </a:r>
            <a:r>
              <a:rPr lang="en-US" dirty="0" err="1"/>
              <a:t>chú</a:t>
            </a:r>
            <a:r>
              <a:rPr lang="en-US" dirty="0"/>
              <a:t> ý </a:t>
            </a:r>
            <a:r>
              <a:rPr lang="en-US" dirty="0" err="1"/>
              <a:t>của</a:t>
            </a:r>
            <a:r>
              <a:rPr lang="en-US" dirty="0"/>
              <a:t> </a:t>
            </a:r>
            <a:r>
              <a:rPr lang="en-US" dirty="0" err="1"/>
              <a:t>người</a:t>
            </a:r>
            <a:r>
              <a:rPr lang="en-US" dirty="0"/>
              <a:t> </a:t>
            </a:r>
            <a:r>
              <a:rPr lang="en-US" dirty="0" err="1"/>
              <a:t>nghe</a:t>
            </a:r>
            <a:endParaRPr lang="en-US" dirty="0"/>
          </a:p>
          <a:p>
            <a:pPr marL="0" indent="0">
              <a:buNone/>
            </a:pPr>
            <a:r>
              <a:rPr lang="en-US" dirty="0"/>
              <a:t>      </a:t>
            </a:r>
            <a:r>
              <a:rPr lang="en-US" dirty="0">
                <a:hlinkClick r:id="rId2" action="ppaction://hlinksldjump"/>
              </a:rPr>
              <a:t>–  </a:t>
            </a:r>
            <a:r>
              <a:rPr lang="en-US" dirty="0" err="1">
                <a:hlinkClick r:id="rId2" action="ppaction://hlinksldjump"/>
              </a:rPr>
              <a:t>Sử</a:t>
            </a:r>
            <a:r>
              <a:rPr lang="en-US" dirty="0">
                <a:hlinkClick r:id="rId2" action="ppaction://hlinksldjump"/>
              </a:rPr>
              <a:t> </a:t>
            </a:r>
            <a:r>
              <a:rPr lang="en-US" dirty="0" err="1">
                <a:hlinkClick r:id="rId2" action="ppaction://hlinksldjump"/>
              </a:rPr>
              <a:t>dụng</a:t>
            </a:r>
            <a:r>
              <a:rPr lang="en-US" dirty="0">
                <a:hlinkClick r:id="rId2" action="ppaction://hlinksldjump"/>
              </a:rPr>
              <a:t> </a:t>
            </a:r>
            <a:r>
              <a:rPr lang="en-US" dirty="0" err="1">
                <a:hlinkClick r:id="rId2" action="ppaction://hlinksldjump"/>
              </a:rPr>
              <a:t>một</a:t>
            </a:r>
            <a:r>
              <a:rPr lang="en-US" dirty="0">
                <a:hlinkClick r:id="rId2" action="ppaction://hlinksldjump"/>
              </a:rPr>
              <a:t> </a:t>
            </a:r>
            <a:r>
              <a:rPr lang="en-US" dirty="0" err="1">
                <a:hlinkClick r:id="rId2" action="ppaction://hlinksldjump"/>
              </a:rPr>
              <a:t>đoạn</a:t>
            </a:r>
            <a:r>
              <a:rPr lang="en-US" dirty="0">
                <a:hlinkClick r:id="rId2" action="ppaction://hlinksldjump"/>
              </a:rPr>
              <a:t> </a:t>
            </a:r>
            <a:r>
              <a:rPr lang="en-US" dirty="0" err="1">
                <a:hlinkClick r:id="rId2" action="ppaction://hlinksldjump"/>
              </a:rPr>
              <a:t>trích</a:t>
            </a:r>
            <a:r>
              <a:rPr lang="en-US" dirty="0">
                <a:hlinkClick r:id="rId2" action="ppaction://hlinksldjump"/>
              </a:rPr>
              <a:t> </a:t>
            </a:r>
            <a:r>
              <a:rPr lang="en-US" dirty="0" err="1">
                <a:hlinkClick r:id="rId2" action="ppaction://hlinksldjump"/>
              </a:rPr>
              <a:t>dẫn</a:t>
            </a:r>
            <a:r>
              <a:rPr lang="en-US" dirty="0">
                <a:hlinkClick r:id="rId2" action="ppaction://hlinksldjump"/>
              </a:rPr>
              <a:t> </a:t>
            </a:r>
            <a:endParaRPr lang="en-US" dirty="0"/>
          </a:p>
          <a:p>
            <a:pPr marL="0" indent="0">
              <a:buNone/>
            </a:pPr>
            <a:r>
              <a:rPr lang="en-US" dirty="0"/>
              <a:t>      – </a:t>
            </a:r>
            <a:r>
              <a:rPr lang="en-US" dirty="0" err="1"/>
              <a:t>Một</a:t>
            </a:r>
            <a:r>
              <a:rPr lang="en-US" dirty="0"/>
              <a:t> </a:t>
            </a:r>
            <a:r>
              <a:rPr lang="en-US" dirty="0" err="1"/>
              <a:t>câu</a:t>
            </a:r>
            <a:r>
              <a:rPr lang="en-US" dirty="0"/>
              <a:t> </a:t>
            </a:r>
            <a:r>
              <a:rPr lang="en-US" dirty="0" err="1"/>
              <a:t>hỏi</a:t>
            </a:r>
            <a:r>
              <a:rPr lang="en-US" dirty="0"/>
              <a:t> </a:t>
            </a:r>
          </a:p>
          <a:p>
            <a:pPr marL="0" indent="0">
              <a:buNone/>
            </a:pPr>
            <a:r>
              <a:rPr lang="en-US" dirty="0"/>
              <a:t>      – </a:t>
            </a:r>
            <a:r>
              <a:rPr lang="en-US" dirty="0" err="1"/>
              <a:t>Một</a:t>
            </a:r>
            <a:r>
              <a:rPr lang="en-US" dirty="0"/>
              <a:t> </a:t>
            </a:r>
            <a:r>
              <a:rPr lang="en-US" dirty="0" err="1"/>
              <a:t>lời</a:t>
            </a:r>
            <a:r>
              <a:rPr lang="en-US" dirty="0"/>
              <a:t> </a:t>
            </a:r>
            <a:r>
              <a:rPr lang="en-US" dirty="0" err="1"/>
              <a:t>hứa</a:t>
            </a:r>
            <a:endParaRPr lang="en-US" dirty="0"/>
          </a:p>
          <a:p>
            <a:pPr marL="0" indent="0">
              <a:buNone/>
            </a:pPr>
            <a:r>
              <a:rPr lang="en-US" dirty="0"/>
              <a:t>      – </a:t>
            </a:r>
            <a:r>
              <a:rPr lang="en-US" dirty="0" err="1"/>
              <a:t>Thậm</a:t>
            </a:r>
            <a:r>
              <a:rPr lang="en-US" dirty="0"/>
              <a:t> </a:t>
            </a:r>
            <a:r>
              <a:rPr lang="en-US" dirty="0" err="1"/>
              <a:t>chí</a:t>
            </a:r>
            <a:r>
              <a:rPr lang="en-US" dirty="0"/>
              <a:t> </a:t>
            </a:r>
            <a:r>
              <a:rPr lang="en-US" dirty="0" err="1"/>
              <a:t>làm</a:t>
            </a:r>
            <a:r>
              <a:rPr lang="en-US" dirty="0"/>
              <a:t> </a:t>
            </a:r>
            <a:r>
              <a:rPr lang="en-US" dirty="0" err="1"/>
              <a:t>mọi</a:t>
            </a:r>
            <a:r>
              <a:rPr lang="en-US" dirty="0"/>
              <a:t> </a:t>
            </a:r>
            <a:r>
              <a:rPr lang="en-US" dirty="0" err="1"/>
              <a:t>người</a:t>
            </a:r>
            <a:r>
              <a:rPr lang="en-US" dirty="0"/>
              <a:t> </a:t>
            </a:r>
            <a:r>
              <a:rPr lang="en-US" dirty="0" err="1"/>
              <a:t>phải</a:t>
            </a:r>
            <a:r>
              <a:rPr lang="en-US" dirty="0"/>
              <a:t> </a:t>
            </a:r>
            <a:r>
              <a:rPr lang="en-US" dirty="0" err="1"/>
              <a:t>hoạt</a:t>
            </a:r>
            <a:r>
              <a:rPr lang="en-US" dirty="0"/>
              <a:t> </a:t>
            </a:r>
            <a:r>
              <a:rPr lang="en-US" dirty="0" err="1"/>
              <a:t>động</a:t>
            </a:r>
            <a:r>
              <a:rPr lang="en-US" dirty="0"/>
              <a:t> </a:t>
            </a:r>
          </a:p>
          <a:p>
            <a:r>
              <a:rPr lang="en-US" dirty="0" err="1"/>
              <a:t>Tóm</a:t>
            </a:r>
            <a:r>
              <a:rPr lang="en-US" dirty="0"/>
              <a:t> </a:t>
            </a:r>
            <a:r>
              <a:rPr lang="en-US" dirty="0" err="1"/>
              <a:t>lược</a:t>
            </a:r>
            <a:r>
              <a:rPr lang="en-US" dirty="0"/>
              <a:t> </a:t>
            </a:r>
            <a:r>
              <a:rPr lang="en-US" dirty="0" err="1"/>
              <a:t>các</a:t>
            </a:r>
            <a:r>
              <a:rPr lang="en-US" dirty="0"/>
              <a:t> </a:t>
            </a:r>
            <a:r>
              <a:rPr lang="en-US" dirty="0" err="1"/>
              <a:t>nội</a:t>
            </a:r>
            <a:r>
              <a:rPr lang="en-US" dirty="0"/>
              <a:t> dung </a:t>
            </a:r>
            <a:r>
              <a:rPr lang="en-US" dirty="0" err="1"/>
              <a:t>liên</a:t>
            </a:r>
            <a:r>
              <a:rPr lang="en-US" dirty="0"/>
              <a:t> </a:t>
            </a:r>
            <a:r>
              <a:rPr lang="en-US" dirty="0" err="1"/>
              <a:t>quan</a:t>
            </a:r>
            <a:r>
              <a:rPr lang="en-US" dirty="0"/>
              <a:t> </a:t>
            </a:r>
          </a:p>
          <a:p>
            <a:pPr marL="0" indent="0">
              <a:buNone/>
            </a:pPr>
            <a:r>
              <a:rPr lang="en-US" dirty="0"/>
              <a:t>      – </a:t>
            </a:r>
            <a:r>
              <a:rPr lang="en-US" dirty="0" err="1"/>
              <a:t>Đã</a:t>
            </a:r>
            <a:r>
              <a:rPr lang="en-US" dirty="0"/>
              <a:t> </a:t>
            </a:r>
            <a:r>
              <a:rPr lang="en-US" dirty="0" err="1"/>
              <a:t>được</a:t>
            </a:r>
            <a:r>
              <a:rPr lang="en-US" dirty="0"/>
              <a:t> </a:t>
            </a:r>
            <a:r>
              <a:rPr lang="en-US" dirty="0" err="1"/>
              <a:t>trình</a:t>
            </a:r>
            <a:r>
              <a:rPr lang="en-US" dirty="0"/>
              <a:t> </a:t>
            </a:r>
            <a:r>
              <a:rPr lang="en-US" dirty="0" err="1"/>
              <a:t>bày</a:t>
            </a:r>
            <a:r>
              <a:rPr lang="en-US" dirty="0"/>
              <a:t> </a:t>
            </a:r>
          </a:p>
          <a:p>
            <a:pPr marL="0" indent="0">
              <a:buNone/>
            </a:pPr>
            <a:r>
              <a:rPr lang="en-US" dirty="0"/>
              <a:t>      – </a:t>
            </a:r>
            <a:r>
              <a:rPr lang="en-US" dirty="0" err="1"/>
              <a:t>Được</a:t>
            </a:r>
            <a:r>
              <a:rPr lang="en-US" dirty="0"/>
              <a:t> </a:t>
            </a:r>
            <a:r>
              <a:rPr lang="en-US" dirty="0" err="1"/>
              <a:t>đa</a:t>
            </a:r>
            <a:r>
              <a:rPr lang="en-US" dirty="0"/>
              <a:t> </a:t>
            </a:r>
            <a:r>
              <a:rPr lang="en-US" dirty="0" err="1"/>
              <a:t>số</a:t>
            </a:r>
            <a:r>
              <a:rPr lang="en-US" dirty="0"/>
              <a:t> </a:t>
            </a:r>
            <a:r>
              <a:rPr lang="en-US" dirty="0" err="1"/>
              <a:t>người</a:t>
            </a:r>
            <a:r>
              <a:rPr lang="en-US" dirty="0"/>
              <a:t> </a:t>
            </a:r>
            <a:r>
              <a:rPr lang="en-US" dirty="0" err="1"/>
              <a:t>nghe</a:t>
            </a:r>
            <a:r>
              <a:rPr lang="en-US" dirty="0"/>
              <a:t> </a:t>
            </a:r>
            <a:r>
              <a:rPr lang="en-US" dirty="0" err="1"/>
              <a:t>biết</a:t>
            </a:r>
            <a:r>
              <a:rPr lang="en-US" dirty="0"/>
              <a:t> </a:t>
            </a:r>
            <a:r>
              <a:rPr lang="en-US" dirty="0" err="1"/>
              <a:t>rõ</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animEffect transition="in" filter="randombar(horizontal)">
                                      <p:cBhvr>
                                        <p:cTn id="25" dur="500"/>
                                        <p:tgtEl>
                                          <p:spTgt spid="5">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grpId="0" nodeType="clickEffect">
                                  <p:stCondLst>
                                    <p:cond delay="0"/>
                                  </p:stCondLst>
                                  <p:childTnLst>
                                    <p:set>
                                      <p:cBhvr>
                                        <p:cTn id="29" dur="1" fill="hold">
                                          <p:stCondLst>
                                            <p:cond delay="0"/>
                                          </p:stCondLst>
                                        </p:cTn>
                                        <p:tgtEl>
                                          <p:spTgt spid="5">
                                            <p:txEl>
                                              <p:pRg st="1" end="1"/>
                                            </p:txEl>
                                          </p:spTgt>
                                        </p:tgtEl>
                                        <p:attrNameLst>
                                          <p:attrName>style.visibility</p:attrName>
                                        </p:attrNameLst>
                                      </p:cBhvr>
                                      <p:to>
                                        <p:strVal val="visible"/>
                                      </p:to>
                                    </p:set>
                                    <p:animEffect transition="in" filter="randombar(horizontal)">
                                      <p:cBhvr>
                                        <p:cTn id="30" dur="500"/>
                                        <p:tgtEl>
                                          <p:spTgt spid="5">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4" presetClass="entr" presetSubtype="10" fill="hold" grpId="0" nodeType="clickEffect">
                                  <p:stCondLst>
                                    <p:cond delay="0"/>
                                  </p:stCondLst>
                                  <p:childTnLst>
                                    <p:set>
                                      <p:cBhvr>
                                        <p:cTn id="34" dur="1" fill="hold">
                                          <p:stCondLst>
                                            <p:cond delay="0"/>
                                          </p:stCondLst>
                                        </p:cTn>
                                        <p:tgtEl>
                                          <p:spTgt spid="5">
                                            <p:txEl>
                                              <p:pRg st="2" end="2"/>
                                            </p:txEl>
                                          </p:spTgt>
                                        </p:tgtEl>
                                        <p:attrNameLst>
                                          <p:attrName>style.visibility</p:attrName>
                                        </p:attrNameLst>
                                      </p:cBhvr>
                                      <p:to>
                                        <p:strVal val="visible"/>
                                      </p:to>
                                    </p:set>
                                    <p:animEffect transition="in" filter="randombar(horizontal)">
                                      <p:cBhvr>
                                        <p:cTn id="35" dur="500"/>
                                        <p:tgtEl>
                                          <p:spTgt spid="5">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4" presetClass="entr" presetSubtype="10" fill="hold" grpId="0" nodeType="clickEffect">
                                  <p:stCondLst>
                                    <p:cond delay="0"/>
                                  </p:stCondLst>
                                  <p:childTnLst>
                                    <p:set>
                                      <p:cBhvr>
                                        <p:cTn id="39" dur="1" fill="hold">
                                          <p:stCondLst>
                                            <p:cond delay="0"/>
                                          </p:stCondLst>
                                        </p:cTn>
                                        <p:tgtEl>
                                          <p:spTgt spid="5">
                                            <p:txEl>
                                              <p:pRg st="3" end="3"/>
                                            </p:txEl>
                                          </p:spTgt>
                                        </p:tgtEl>
                                        <p:attrNameLst>
                                          <p:attrName>style.visibility</p:attrName>
                                        </p:attrNameLst>
                                      </p:cBhvr>
                                      <p:to>
                                        <p:strVal val="visible"/>
                                      </p:to>
                                    </p:set>
                                    <p:animEffect transition="in" filter="randombar(horizontal)">
                                      <p:cBhvr>
                                        <p:cTn id="40" dur="500"/>
                                        <p:tgtEl>
                                          <p:spTgt spid="5">
                                            <p:txEl>
                                              <p:pRg st="3" end="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4" presetClass="entr" presetSubtype="10" fill="hold" grpId="0" nodeType="clickEffect">
                                  <p:stCondLst>
                                    <p:cond delay="0"/>
                                  </p:stCondLst>
                                  <p:childTnLst>
                                    <p:set>
                                      <p:cBhvr>
                                        <p:cTn id="44" dur="1" fill="hold">
                                          <p:stCondLst>
                                            <p:cond delay="0"/>
                                          </p:stCondLst>
                                        </p:cTn>
                                        <p:tgtEl>
                                          <p:spTgt spid="5">
                                            <p:txEl>
                                              <p:pRg st="4" end="4"/>
                                            </p:txEl>
                                          </p:spTgt>
                                        </p:tgtEl>
                                        <p:attrNameLst>
                                          <p:attrName>style.visibility</p:attrName>
                                        </p:attrNameLst>
                                      </p:cBhvr>
                                      <p:to>
                                        <p:strVal val="visible"/>
                                      </p:to>
                                    </p:set>
                                    <p:animEffect transition="in" filter="randombar(horizontal)">
                                      <p:cBhvr>
                                        <p:cTn id="45" dur="500"/>
                                        <p:tgtEl>
                                          <p:spTgt spid="5">
                                            <p:txEl>
                                              <p:pRg st="4" end="4"/>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4" presetClass="entr" presetSubtype="10" fill="hold" grpId="0" nodeType="clickEffect">
                                  <p:stCondLst>
                                    <p:cond delay="0"/>
                                  </p:stCondLst>
                                  <p:childTnLst>
                                    <p:set>
                                      <p:cBhvr>
                                        <p:cTn id="49" dur="1" fill="hold">
                                          <p:stCondLst>
                                            <p:cond delay="0"/>
                                          </p:stCondLst>
                                        </p:cTn>
                                        <p:tgtEl>
                                          <p:spTgt spid="5">
                                            <p:txEl>
                                              <p:pRg st="5" end="5"/>
                                            </p:txEl>
                                          </p:spTgt>
                                        </p:tgtEl>
                                        <p:attrNameLst>
                                          <p:attrName>style.visibility</p:attrName>
                                        </p:attrNameLst>
                                      </p:cBhvr>
                                      <p:to>
                                        <p:strVal val="visible"/>
                                      </p:to>
                                    </p:set>
                                    <p:animEffect transition="in" filter="randombar(horizontal)">
                                      <p:cBhvr>
                                        <p:cTn id="50" dur="500"/>
                                        <p:tgtEl>
                                          <p:spTgt spid="5">
                                            <p:txEl>
                                              <p:pRg st="5" end="5"/>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4" presetClass="entr" presetSubtype="10" fill="hold" grpId="0" nodeType="clickEffect">
                                  <p:stCondLst>
                                    <p:cond delay="0"/>
                                  </p:stCondLst>
                                  <p:childTnLst>
                                    <p:set>
                                      <p:cBhvr>
                                        <p:cTn id="54" dur="1" fill="hold">
                                          <p:stCondLst>
                                            <p:cond delay="0"/>
                                          </p:stCondLst>
                                        </p:cTn>
                                        <p:tgtEl>
                                          <p:spTgt spid="5">
                                            <p:txEl>
                                              <p:pRg st="6" end="6"/>
                                            </p:txEl>
                                          </p:spTgt>
                                        </p:tgtEl>
                                        <p:attrNameLst>
                                          <p:attrName>style.visibility</p:attrName>
                                        </p:attrNameLst>
                                      </p:cBhvr>
                                      <p:to>
                                        <p:strVal val="visible"/>
                                      </p:to>
                                    </p:set>
                                    <p:animEffect transition="in" filter="randombar(horizontal)">
                                      <p:cBhvr>
                                        <p:cTn id="55" dur="500"/>
                                        <p:tgtEl>
                                          <p:spTgt spid="5">
                                            <p:txEl>
                                              <p:pRg st="6" end="6"/>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4" presetClass="entr" presetSubtype="10" fill="hold" grpId="0" nodeType="clickEffect">
                                  <p:stCondLst>
                                    <p:cond delay="0"/>
                                  </p:stCondLst>
                                  <p:childTnLst>
                                    <p:set>
                                      <p:cBhvr>
                                        <p:cTn id="59" dur="1" fill="hold">
                                          <p:stCondLst>
                                            <p:cond delay="0"/>
                                          </p:stCondLst>
                                        </p:cTn>
                                        <p:tgtEl>
                                          <p:spTgt spid="5">
                                            <p:txEl>
                                              <p:pRg st="7" end="7"/>
                                            </p:txEl>
                                          </p:spTgt>
                                        </p:tgtEl>
                                        <p:attrNameLst>
                                          <p:attrName>style.visibility</p:attrName>
                                        </p:attrNameLst>
                                      </p:cBhvr>
                                      <p:to>
                                        <p:strVal val="visible"/>
                                      </p:to>
                                    </p:set>
                                    <p:animEffect transition="in" filter="randombar(horizontal)">
                                      <p:cBhvr>
                                        <p:cTn id="60"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27125"/>
            <a:ext cx="10515600" cy="1325563"/>
          </a:xfrm>
        </p:spPr>
        <p:txBody>
          <a:bodyPr/>
          <a:lstStyle/>
          <a:p>
            <a:r>
              <a:rPr lang="en-US" dirty="0" err="1"/>
              <a:t>Phần</a:t>
            </a:r>
            <a:r>
              <a:rPr lang="en-US" dirty="0"/>
              <a:t> </a:t>
            </a:r>
            <a:r>
              <a:rPr lang="en-US" dirty="0" err="1"/>
              <a:t>chính</a:t>
            </a:r>
            <a:r>
              <a:rPr lang="en-US" dirty="0"/>
              <a:t> </a:t>
            </a:r>
          </a:p>
        </p:txBody>
      </p:sp>
      <p:sp>
        <p:nvSpPr>
          <p:cNvPr id="3" name="Content Placeholder 2"/>
          <p:cNvSpPr>
            <a:spLocks noGrp="1"/>
          </p:cNvSpPr>
          <p:nvPr>
            <p:ph idx="1"/>
          </p:nvPr>
        </p:nvSpPr>
        <p:spPr>
          <a:xfrm>
            <a:off x="838200" y="2359025"/>
            <a:ext cx="10515600" cy="4092575"/>
          </a:xfrm>
        </p:spPr>
        <p:txBody>
          <a:bodyPr/>
          <a:lstStyle/>
          <a:p>
            <a:r>
              <a:rPr lang="en-US" dirty="0" err="1"/>
              <a:t>Phần</a:t>
            </a:r>
            <a:r>
              <a:rPr lang="en-US" dirty="0"/>
              <a:t> </a:t>
            </a:r>
            <a:r>
              <a:rPr lang="en-US" dirty="0" err="1"/>
              <a:t>chính</a:t>
            </a:r>
            <a:r>
              <a:rPr lang="en-US" dirty="0"/>
              <a:t> </a:t>
            </a:r>
            <a:r>
              <a:rPr lang="en-US" dirty="0" err="1"/>
              <a:t>với</a:t>
            </a:r>
            <a:r>
              <a:rPr lang="en-US" dirty="0"/>
              <a:t> </a:t>
            </a:r>
            <a:r>
              <a:rPr lang="en-US" dirty="0" err="1"/>
              <a:t>các</a:t>
            </a:r>
            <a:r>
              <a:rPr lang="en-US" dirty="0"/>
              <a:t> </a:t>
            </a:r>
            <a:r>
              <a:rPr lang="en-US" dirty="0" err="1"/>
              <a:t>nội</a:t>
            </a:r>
            <a:r>
              <a:rPr lang="en-US" dirty="0"/>
              <a:t> dung </a:t>
            </a:r>
          </a:p>
          <a:p>
            <a:pPr marL="0" indent="0">
              <a:buNone/>
            </a:pPr>
            <a:r>
              <a:rPr lang="en-US" dirty="0"/>
              <a:t>    – </a:t>
            </a:r>
            <a:r>
              <a:rPr lang="en-US" dirty="0" err="1"/>
              <a:t>Vấn</a:t>
            </a:r>
            <a:r>
              <a:rPr lang="en-US" dirty="0"/>
              <a:t> </a:t>
            </a:r>
            <a:r>
              <a:rPr lang="en-US" dirty="0" err="1"/>
              <a:t>đề</a:t>
            </a:r>
            <a:r>
              <a:rPr lang="en-US" dirty="0"/>
              <a:t> </a:t>
            </a:r>
            <a:r>
              <a:rPr lang="en-US" dirty="0" err="1"/>
              <a:t>cần</a:t>
            </a:r>
            <a:r>
              <a:rPr lang="en-US" dirty="0"/>
              <a:t> </a:t>
            </a:r>
            <a:r>
              <a:rPr lang="en-US" dirty="0" err="1"/>
              <a:t>giải</a:t>
            </a:r>
            <a:r>
              <a:rPr lang="en-US" dirty="0"/>
              <a:t> </a:t>
            </a:r>
            <a:r>
              <a:rPr lang="en-US" dirty="0" err="1"/>
              <a:t>quyết</a:t>
            </a:r>
            <a:r>
              <a:rPr lang="en-US" dirty="0"/>
              <a:t>, </a:t>
            </a:r>
            <a:r>
              <a:rPr lang="en-US" dirty="0" err="1"/>
              <a:t>yêu</a:t>
            </a:r>
            <a:r>
              <a:rPr lang="en-US" dirty="0"/>
              <a:t> </a:t>
            </a:r>
            <a:r>
              <a:rPr lang="en-US" dirty="0" err="1"/>
              <a:t>cầu</a:t>
            </a:r>
            <a:r>
              <a:rPr lang="en-US" dirty="0"/>
              <a:t> </a:t>
            </a:r>
            <a:r>
              <a:rPr lang="en-US" dirty="0" err="1"/>
              <a:t>công</a:t>
            </a:r>
            <a:r>
              <a:rPr lang="en-US" dirty="0"/>
              <a:t> </a:t>
            </a:r>
            <a:r>
              <a:rPr lang="en-US" dirty="0" err="1"/>
              <a:t>việc</a:t>
            </a:r>
            <a:endParaRPr lang="en-US" dirty="0"/>
          </a:p>
          <a:p>
            <a:pPr marL="0" indent="0">
              <a:buNone/>
            </a:pPr>
            <a:r>
              <a:rPr lang="en-US" dirty="0"/>
              <a:t>    – Ý </a:t>
            </a:r>
            <a:r>
              <a:rPr lang="en-US" dirty="0" err="1"/>
              <a:t>tưởng</a:t>
            </a:r>
            <a:r>
              <a:rPr lang="en-US" dirty="0"/>
              <a:t> </a:t>
            </a:r>
            <a:r>
              <a:rPr lang="en-US" dirty="0" err="1"/>
              <a:t>và</a:t>
            </a:r>
            <a:r>
              <a:rPr lang="en-US" dirty="0"/>
              <a:t> </a:t>
            </a:r>
            <a:r>
              <a:rPr lang="en-US" dirty="0" err="1"/>
              <a:t>giải</a:t>
            </a:r>
            <a:r>
              <a:rPr lang="en-US" dirty="0"/>
              <a:t> </a:t>
            </a:r>
            <a:r>
              <a:rPr lang="en-US" dirty="0" err="1"/>
              <a:t>pháp</a:t>
            </a:r>
            <a:r>
              <a:rPr lang="en-US" dirty="0"/>
              <a:t> </a:t>
            </a:r>
          </a:p>
          <a:p>
            <a:pPr marL="0" indent="0">
              <a:buNone/>
            </a:pPr>
            <a:r>
              <a:rPr lang="en-US" dirty="0"/>
              <a:t>    – </a:t>
            </a:r>
            <a:r>
              <a:rPr lang="en-US" dirty="0">
                <a:hlinkClick r:id="rId2" action="ppaction://hlinksldjump"/>
              </a:rPr>
              <a:t>Cung </a:t>
            </a:r>
            <a:r>
              <a:rPr lang="en-US" dirty="0" err="1">
                <a:hlinkClick r:id="rId2" action="ppaction://hlinksldjump"/>
              </a:rPr>
              <a:t>cấp</a:t>
            </a:r>
            <a:r>
              <a:rPr lang="en-US" dirty="0">
                <a:hlinkClick r:id="rId2" action="ppaction://hlinksldjump"/>
              </a:rPr>
              <a:t> </a:t>
            </a:r>
            <a:r>
              <a:rPr lang="en-US" dirty="0" err="1">
                <a:hlinkClick r:id="rId2" action="ppaction://hlinksldjump"/>
              </a:rPr>
              <a:t>ví</a:t>
            </a:r>
            <a:r>
              <a:rPr lang="en-US" dirty="0">
                <a:hlinkClick r:id="rId2" action="ppaction://hlinksldjump"/>
              </a:rPr>
              <a:t> </a:t>
            </a:r>
            <a:r>
              <a:rPr lang="en-US" dirty="0" err="1">
                <a:hlinkClick r:id="rId2" action="ppaction://hlinksldjump"/>
              </a:rPr>
              <a:t>dụ</a:t>
            </a:r>
            <a:r>
              <a:rPr lang="en-US" dirty="0">
                <a:hlinkClick r:id="rId2" action="ppaction://hlinksldjump"/>
              </a:rPr>
              <a:t> </a:t>
            </a:r>
            <a:r>
              <a:rPr lang="en-US" dirty="0" err="1">
                <a:hlinkClick r:id="rId2" action="ppaction://hlinksldjump"/>
              </a:rPr>
              <a:t>để</a:t>
            </a:r>
            <a:r>
              <a:rPr lang="en-US" dirty="0">
                <a:hlinkClick r:id="rId2" action="ppaction://hlinksldjump"/>
              </a:rPr>
              <a:t> </a:t>
            </a:r>
            <a:r>
              <a:rPr lang="en-US" dirty="0" err="1">
                <a:hlinkClick r:id="rId2" action="ppaction://hlinksldjump"/>
              </a:rPr>
              <a:t>chứng</a:t>
            </a:r>
            <a:r>
              <a:rPr lang="en-US" dirty="0">
                <a:hlinkClick r:id="rId2" action="ppaction://hlinksldjump"/>
              </a:rPr>
              <a:t> </a:t>
            </a:r>
            <a:r>
              <a:rPr lang="en-US" dirty="0" err="1">
                <a:hlinkClick r:id="rId2" action="ppaction://hlinksldjump"/>
              </a:rPr>
              <a:t>minh</a:t>
            </a:r>
            <a:r>
              <a:rPr lang="en-US" dirty="0">
                <a:hlinkClick r:id="rId2" action="ppaction://hlinksldjump"/>
              </a:rPr>
              <a:t> </a:t>
            </a:r>
            <a:endParaRPr lang="en-US" dirty="0"/>
          </a:p>
          <a:p>
            <a:pPr marL="0" indent="0">
              <a:buNone/>
            </a:pPr>
            <a:r>
              <a:rPr lang="en-US" dirty="0"/>
              <a:t>    – Lợi </a:t>
            </a:r>
            <a:r>
              <a:rPr lang="en-US" dirty="0" err="1"/>
              <a:t>ích</a:t>
            </a:r>
            <a:r>
              <a:rPr lang="en-US" dirty="0"/>
              <a:t> </a:t>
            </a:r>
            <a:r>
              <a:rPr lang="en-US" dirty="0" err="1"/>
              <a:t>khi</a:t>
            </a:r>
            <a:r>
              <a:rPr lang="en-US" dirty="0"/>
              <a:t> </a:t>
            </a:r>
            <a:r>
              <a:rPr lang="en-US" dirty="0" err="1"/>
              <a:t>áp</a:t>
            </a:r>
            <a:r>
              <a:rPr lang="en-US" dirty="0"/>
              <a:t> </a:t>
            </a:r>
            <a:r>
              <a:rPr lang="en-US" dirty="0" err="1"/>
              <a:t>dụng</a:t>
            </a:r>
            <a:r>
              <a:rPr lang="en-US" dirty="0"/>
              <a:t> </a:t>
            </a:r>
            <a:r>
              <a:rPr lang="en-US" dirty="0" err="1"/>
              <a:t>giải</a:t>
            </a:r>
            <a:r>
              <a:rPr lang="en-US" dirty="0"/>
              <a:t> </a:t>
            </a:r>
            <a:r>
              <a:rPr lang="en-US" dirty="0" err="1"/>
              <a:t>pháp</a:t>
            </a:r>
            <a:r>
              <a:rPr lang="en-US" dirty="0"/>
              <a:t> </a:t>
            </a:r>
          </a:p>
          <a:p>
            <a:pPr marL="0" indent="0">
              <a:buNone/>
            </a:pPr>
            <a:r>
              <a:rPr lang="en-US" dirty="0"/>
              <a:t>    – </a:t>
            </a:r>
            <a:r>
              <a:rPr lang="en-US" dirty="0" err="1"/>
              <a:t>Chương</a:t>
            </a:r>
            <a:r>
              <a:rPr lang="en-US" dirty="0"/>
              <a:t> </a:t>
            </a:r>
            <a:r>
              <a:rPr lang="en-US" dirty="0" err="1"/>
              <a:t>trình</a:t>
            </a:r>
            <a:r>
              <a:rPr lang="en-US" dirty="0"/>
              <a:t> </a:t>
            </a:r>
            <a:r>
              <a:rPr lang="en-US" dirty="0" err="1"/>
              <a:t>hành</a:t>
            </a:r>
            <a:r>
              <a:rPr lang="en-US" dirty="0"/>
              <a:t> </a:t>
            </a:r>
            <a:r>
              <a:rPr lang="en-US" dirty="0" err="1"/>
              <a:t>động</a:t>
            </a:r>
            <a:r>
              <a:rPr lang="en-US" dirty="0"/>
              <a:t>/</a:t>
            </a:r>
            <a:r>
              <a:rPr lang="en-US" dirty="0" err="1"/>
              <a:t>các</a:t>
            </a:r>
            <a:r>
              <a:rPr lang="en-US" dirty="0"/>
              <a:t> </a:t>
            </a:r>
            <a:r>
              <a:rPr lang="en-US" dirty="0" err="1"/>
              <a:t>việc</a:t>
            </a:r>
            <a:r>
              <a:rPr lang="en-US" dirty="0"/>
              <a:t> </a:t>
            </a:r>
            <a:r>
              <a:rPr lang="en-US" dirty="0" err="1"/>
              <a:t>làm</a:t>
            </a:r>
            <a:r>
              <a:rPr lang="en-US" dirty="0"/>
              <a:t> </a:t>
            </a:r>
            <a:r>
              <a:rPr lang="en-US" dirty="0" err="1"/>
              <a:t>cụ</a:t>
            </a:r>
            <a:r>
              <a:rPr lang="en-US" dirty="0"/>
              <a:t> </a:t>
            </a:r>
            <a:r>
              <a:rPr lang="en-US" dirty="0" err="1"/>
              <a:t>thể</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arn(inVertic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arn(inVertic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arn(inVertical)">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arn(inVertical)">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barn(inVertical)">
                                      <p:cBhvr>
                                        <p:cTn id="3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Phần</a:t>
            </a:r>
            <a:r>
              <a:rPr lang="en-US" dirty="0"/>
              <a:t> </a:t>
            </a:r>
            <a:r>
              <a:rPr lang="en-US" dirty="0" err="1"/>
              <a:t>kết</a:t>
            </a:r>
            <a:endParaRPr lang="en-US" dirty="0"/>
          </a:p>
        </p:txBody>
      </p:sp>
      <p:sp>
        <p:nvSpPr>
          <p:cNvPr id="3" name="Content Placeholder 2"/>
          <p:cNvSpPr>
            <a:spLocks noGrp="1"/>
          </p:cNvSpPr>
          <p:nvPr>
            <p:ph idx="1"/>
          </p:nvPr>
        </p:nvSpPr>
        <p:spPr/>
        <p:txBody>
          <a:bodyPr/>
          <a:lstStyle/>
          <a:p>
            <a:r>
              <a:rPr lang="en-US" dirty="0" err="1"/>
              <a:t>Tóm</a:t>
            </a:r>
            <a:r>
              <a:rPr lang="en-US" dirty="0"/>
              <a:t> </a:t>
            </a:r>
            <a:r>
              <a:rPr lang="en-US" dirty="0" err="1"/>
              <a:t>tắt</a:t>
            </a:r>
            <a:r>
              <a:rPr lang="en-US" dirty="0"/>
              <a:t> </a:t>
            </a:r>
          </a:p>
          <a:p>
            <a:r>
              <a:rPr lang="en-US" dirty="0" err="1"/>
              <a:t>Kết</a:t>
            </a:r>
            <a:r>
              <a:rPr lang="en-US" dirty="0"/>
              <a:t> </a:t>
            </a:r>
            <a:r>
              <a:rPr lang="en-US" dirty="0" err="1"/>
              <a:t>luận</a:t>
            </a:r>
            <a:r>
              <a:rPr lang="en-US" dirty="0"/>
              <a:t> </a:t>
            </a:r>
            <a:r>
              <a:rPr lang="en-US" dirty="0" err="1"/>
              <a:t>cuối</a:t>
            </a:r>
            <a:r>
              <a:rPr lang="en-US" dirty="0"/>
              <a:t> </a:t>
            </a:r>
            <a:r>
              <a:rPr lang="en-US" dirty="0" err="1"/>
              <a:t>cùng</a:t>
            </a:r>
            <a:r>
              <a:rPr lang="en-US" dirty="0"/>
              <a:t> </a:t>
            </a:r>
          </a:p>
          <a:p>
            <a:pPr marL="0" indent="0">
              <a:buNone/>
            </a:pPr>
            <a:r>
              <a:rPr lang="en-US" dirty="0"/>
              <a:t>     –Liệu </a:t>
            </a:r>
            <a:r>
              <a:rPr lang="en-US" dirty="0" err="1"/>
              <a:t>còn</a:t>
            </a:r>
            <a:r>
              <a:rPr lang="en-US" dirty="0"/>
              <a:t> </a:t>
            </a:r>
            <a:r>
              <a:rPr lang="en-US" dirty="0" err="1"/>
              <a:t>điều</a:t>
            </a:r>
            <a:r>
              <a:rPr lang="en-US" dirty="0"/>
              <a:t> </a:t>
            </a:r>
            <a:r>
              <a:rPr lang="en-US" dirty="0" err="1"/>
              <a:t>gì</a:t>
            </a:r>
            <a:r>
              <a:rPr lang="en-US" dirty="0"/>
              <a:t> </a:t>
            </a:r>
            <a:r>
              <a:rPr lang="en-US" dirty="0" err="1"/>
              <a:t>bạn</a:t>
            </a:r>
            <a:r>
              <a:rPr lang="en-US" dirty="0"/>
              <a:t> </a:t>
            </a:r>
            <a:r>
              <a:rPr lang="en-US" dirty="0" err="1"/>
              <a:t>muốn</a:t>
            </a:r>
            <a:r>
              <a:rPr lang="en-US" dirty="0"/>
              <a:t> </a:t>
            </a:r>
            <a:r>
              <a:rPr lang="en-US" dirty="0" err="1"/>
              <a:t>người</a:t>
            </a:r>
            <a:r>
              <a:rPr lang="en-US" dirty="0"/>
              <a:t> </a:t>
            </a:r>
            <a:r>
              <a:rPr lang="en-US" dirty="0" err="1"/>
              <a:t>nghe</a:t>
            </a:r>
            <a:r>
              <a:rPr lang="en-US" dirty="0"/>
              <a:t> </a:t>
            </a:r>
            <a:r>
              <a:rPr lang="en-US" dirty="0" err="1"/>
              <a:t>ghi</a:t>
            </a:r>
            <a:r>
              <a:rPr lang="en-US" dirty="0"/>
              <a:t> </a:t>
            </a:r>
            <a:r>
              <a:rPr lang="en-US" dirty="0" err="1"/>
              <a:t>nhớ</a:t>
            </a:r>
            <a:r>
              <a:rPr lang="en-US" dirty="0"/>
              <a:t>?</a:t>
            </a:r>
          </a:p>
        </p:txBody>
      </p:sp>
    </p:spTree>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additive="base">
                                        <p:cTn id="14"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 calcmode="lin" valueType="num">
                                      <p:cBhvr additive="base">
                                        <p:cTn id="20"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 calcmode="lin" valueType="num">
                                      <p:cBhvr additive="base">
                                        <p:cTn id="26"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479800" y="2855118"/>
            <a:ext cx="10515600" cy="1325563"/>
          </a:xfrm>
        </p:spPr>
        <p:txBody>
          <a:bodyPr/>
          <a:lstStyle/>
          <a:p>
            <a:r>
              <a:rPr lang="en-US" dirty="0" err="1"/>
              <a:t>Cám</a:t>
            </a:r>
            <a:r>
              <a:rPr lang="en-US" dirty="0"/>
              <a:t> </a:t>
            </a:r>
            <a:r>
              <a:rPr lang="en-US" dirty="0" err="1"/>
              <a:t>ơn</a:t>
            </a:r>
            <a:r>
              <a:rPr lang="en-US" dirty="0"/>
              <a:t> </a:t>
            </a:r>
            <a:r>
              <a:rPr lang="en-US" dirty="0" err="1"/>
              <a:t>sự</a:t>
            </a:r>
            <a:r>
              <a:rPr lang="en-US" dirty="0"/>
              <a:t> </a:t>
            </a:r>
            <a:r>
              <a:rPr lang="en-US" dirty="0" err="1"/>
              <a:t>chú</a:t>
            </a:r>
            <a:r>
              <a:rPr lang="en-US" dirty="0"/>
              <a:t> ý </a:t>
            </a:r>
            <a:r>
              <a:rPr lang="en-US" dirty="0" err="1"/>
              <a:t>của</a:t>
            </a:r>
            <a:r>
              <a:rPr lang="en-US" dirty="0"/>
              <a:t> </a:t>
            </a:r>
            <a:r>
              <a:rPr lang="en-US" dirty="0" err="1"/>
              <a:t>quý</a:t>
            </a:r>
            <a:r>
              <a:rPr lang="en-US" dirty="0"/>
              <a:t> </a:t>
            </a:r>
            <a:r>
              <a:rPr lang="en-US" dirty="0" err="1"/>
              <a:t>vị</a:t>
            </a:r>
            <a:r>
              <a:rPr lang="en-US" dirty="0"/>
              <a:t> </a:t>
            </a: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25500" y="1114425"/>
            <a:ext cx="10782300" cy="1325563"/>
          </a:xfrm>
        </p:spPr>
        <p:txBody>
          <a:bodyPr>
            <a:normAutofit/>
          </a:bodyPr>
          <a:lstStyle/>
          <a:p>
            <a:r>
              <a:rPr lang="en-US" sz="3600" dirty="0" err="1"/>
              <a:t>Ví</a:t>
            </a:r>
            <a:r>
              <a:rPr lang="en-US" sz="3600" dirty="0"/>
              <a:t> </a:t>
            </a:r>
            <a:r>
              <a:rPr lang="en-US" sz="3600" dirty="0" err="1"/>
              <a:t>dụ</a:t>
            </a:r>
            <a:r>
              <a:rPr lang="en-US" sz="3600" dirty="0"/>
              <a:t>: </a:t>
            </a:r>
            <a:r>
              <a:rPr lang="en-US" sz="3600" dirty="0" err="1"/>
              <a:t>sử</a:t>
            </a:r>
            <a:r>
              <a:rPr lang="en-US" sz="3600" dirty="0"/>
              <a:t> </a:t>
            </a:r>
            <a:r>
              <a:rPr lang="en-US" sz="3600" dirty="0" err="1"/>
              <a:t>dụng</a:t>
            </a:r>
            <a:r>
              <a:rPr lang="en-US" sz="3600" dirty="0"/>
              <a:t> </a:t>
            </a:r>
            <a:r>
              <a:rPr lang="en-US" sz="3600" dirty="0" err="1"/>
              <a:t>một</a:t>
            </a:r>
            <a:r>
              <a:rPr lang="en-US" sz="3600" dirty="0"/>
              <a:t> </a:t>
            </a:r>
            <a:r>
              <a:rPr lang="en-US" sz="3600" dirty="0" err="1"/>
              <a:t>đoạn</a:t>
            </a:r>
            <a:r>
              <a:rPr lang="en-US" sz="3600" dirty="0"/>
              <a:t> </a:t>
            </a:r>
            <a:r>
              <a:rPr lang="en-US" sz="3600" dirty="0" err="1"/>
              <a:t>trích</a:t>
            </a:r>
            <a:r>
              <a:rPr lang="en-US" sz="3600" dirty="0"/>
              <a:t> </a:t>
            </a:r>
            <a:r>
              <a:rPr lang="en-US" sz="3600" dirty="0" err="1"/>
              <a:t>dẫn</a:t>
            </a:r>
            <a:r>
              <a:rPr lang="en-US" sz="3600" dirty="0"/>
              <a:t> </a:t>
            </a:r>
            <a:r>
              <a:rPr lang="en-US" sz="3600" dirty="0" err="1"/>
              <a:t>khi</a:t>
            </a:r>
            <a:r>
              <a:rPr lang="en-US" sz="3600" dirty="0"/>
              <a:t> </a:t>
            </a:r>
            <a:r>
              <a:rPr lang="en-US" sz="3600" dirty="0" err="1"/>
              <a:t>giới</a:t>
            </a:r>
            <a:r>
              <a:rPr lang="en-US" sz="3600" dirty="0"/>
              <a:t> </a:t>
            </a:r>
            <a:r>
              <a:rPr lang="en-US" sz="3600" dirty="0" err="1"/>
              <a:t>thiệu</a:t>
            </a:r>
            <a:endParaRPr lang="en-US" sz="3600" dirty="0"/>
          </a:p>
        </p:txBody>
      </p:sp>
      <p:sp>
        <p:nvSpPr>
          <p:cNvPr id="5" name="Content Placeholder 4"/>
          <p:cNvSpPr>
            <a:spLocks noGrp="1"/>
          </p:cNvSpPr>
          <p:nvPr>
            <p:ph idx="1"/>
          </p:nvPr>
        </p:nvSpPr>
        <p:spPr>
          <a:xfrm>
            <a:off x="825500" y="2439988"/>
            <a:ext cx="11366500" cy="4545012"/>
          </a:xfrm>
        </p:spPr>
        <p:txBody>
          <a:bodyPr>
            <a:normAutofit/>
          </a:bodyPr>
          <a:lstStyle/>
          <a:p>
            <a:r>
              <a:rPr lang="vi-VN" sz="3000" dirty="0"/>
              <a:t>Ví dụ: Ta có thể phát biểu trích dẫn lợi ích khi học ngành công nghệ thông tin</a:t>
            </a:r>
          </a:p>
          <a:p>
            <a:pPr marL="0" indent="0">
              <a:buNone/>
            </a:pPr>
            <a:r>
              <a:rPr lang="en-US" sz="3000" dirty="0"/>
              <a:t>	</a:t>
            </a:r>
            <a:r>
              <a:rPr lang="vi-VN" sz="3000" dirty="0"/>
              <a:t>“Hàng năm, công nghệ mới luôn được phát triển và thể hiện tầm quan trọng của nó đối với cuộc sống. Các doanh nghiệp cũng thay đôi theo hướng cập nhật công nghệ thông tin và yêu cầu sự thay đổi về nhân sự giỏi công nghệ. Ngành học CNTT được coi là lĩnh vực ngày một phát triển và trở nên hữu ích cho các bạn muốn xây dựng sự nghiệp với ngành này. Vậy những lợi ích khi học ngành CNTT là gì?"</a:t>
            </a:r>
            <a:endParaRPr lang="en-US" sz="3000" dirty="0"/>
          </a:p>
        </p:txBody>
      </p:sp>
      <p:pic>
        <p:nvPicPr>
          <p:cNvPr id="9" name="Picture 8">
            <a:hlinkClick r:id="rId2" action="ppaction://hlinksldjump"/>
            <a:extLst>
              <a:ext uri="{FF2B5EF4-FFF2-40B4-BE49-F238E27FC236}">
                <a16:creationId xmlns:a16="http://schemas.microsoft.com/office/drawing/2014/main" id="{78BB04D7-A696-0E58-C12E-15D6593318FE}"/>
              </a:ext>
            </a:extLst>
          </p:cNvPr>
          <p:cNvPicPr>
            <a:picLocks noChangeAspect="1"/>
          </p:cNvPicPr>
          <p:nvPr/>
        </p:nvPicPr>
        <p:blipFill>
          <a:blip r:embed="rId3"/>
          <a:srcRect t="3103"/>
          <a:stretch>
            <a:fillRect/>
          </a:stretch>
        </p:blipFill>
        <p:spPr>
          <a:xfrm>
            <a:off x="5688838" y="6008092"/>
            <a:ext cx="1055624" cy="645716"/>
          </a:xfrm>
          <a:prstGeom prst="rect">
            <a:avLst/>
          </a:prstGeom>
          <a:ln>
            <a:solidFill>
              <a:schemeClr val="tx1"/>
            </a:solidFill>
          </a:ln>
        </p:spPr>
      </p:pic>
    </p:spTree>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anim calcmode="lin" valueType="num">
                                      <p:cBhvr>
                                        <p:cTn id="8" dur="2000" fill="hold"/>
                                        <p:tgtEl>
                                          <p:spTgt spid="4"/>
                                        </p:tgtEl>
                                        <p:attrNameLst>
                                          <p:attrName>ppt_w</p:attrName>
                                        </p:attrNameLst>
                                      </p:cBhvr>
                                      <p:tavLst>
                                        <p:tav tm="0" fmla="#ppt_w*sin(2.5*pi*$)">
                                          <p:val>
                                            <p:fltVal val="0"/>
                                          </p:val>
                                        </p:tav>
                                        <p:tav tm="100000">
                                          <p:val>
                                            <p:fltVal val="1"/>
                                          </p:val>
                                        </p:tav>
                                      </p:tavLst>
                                    </p:anim>
                                    <p:anim calcmode="lin" valueType="num">
                                      <p:cBhvr>
                                        <p:cTn id="9" dur="2000" fill="hold"/>
                                        <p:tgtEl>
                                          <p:spTgt spid="4"/>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 calcmode="lin" valueType="num">
                                      <p:cBhvr>
                                        <p:cTn id="14"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5">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5">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 calcmode="lin" valueType="num">
                                      <p:cBhvr>
                                        <p:cTn id="21" dur="500" fill="hold"/>
                                        <p:tgtEl>
                                          <p:spTgt spid="5">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5">
                                            <p:txEl>
                                              <p:pRg st="1" end="1"/>
                                            </p:txEl>
                                          </p:spTgt>
                                        </p:tgtEl>
                                        <p:attrNameLst>
                                          <p:attrName>ppt_h</p:attrName>
                                        </p:attrNameLst>
                                      </p:cBhvr>
                                      <p:tavLst>
                                        <p:tav tm="0">
                                          <p:val>
                                            <p:fltVal val="0"/>
                                          </p:val>
                                        </p:tav>
                                        <p:tav tm="100000">
                                          <p:val>
                                            <p:strVal val="#ppt_h"/>
                                          </p:val>
                                        </p:tav>
                                      </p:tavLst>
                                    </p:anim>
                                    <p:animEffect transition="in" filter="fade">
                                      <p:cBhvr>
                                        <p:cTn id="23"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52525"/>
            <a:ext cx="10515600" cy="1325563"/>
          </a:xfrm>
        </p:spPr>
        <p:txBody>
          <a:bodyPr/>
          <a:lstStyle/>
          <a:p>
            <a:r>
              <a:rPr lang="en-US" dirty="0" err="1"/>
              <a:t>Ví</a:t>
            </a:r>
            <a:r>
              <a:rPr lang="en-US" dirty="0"/>
              <a:t> </a:t>
            </a:r>
            <a:r>
              <a:rPr lang="en-US" dirty="0" err="1"/>
              <a:t>dụ</a:t>
            </a:r>
            <a:r>
              <a:rPr lang="en-US" dirty="0"/>
              <a:t> </a:t>
            </a:r>
            <a:r>
              <a:rPr lang="en-US" dirty="0" err="1"/>
              <a:t>minh</a:t>
            </a:r>
            <a:r>
              <a:rPr lang="en-US" dirty="0"/>
              <a:t> </a:t>
            </a:r>
            <a:r>
              <a:rPr lang="en-US" dirty="0" err="1"/>
              <a:t>chứng</a:t>
            </a:r>
            <a:r>
              <a:rPr lang="en-US" dirty="0"/>
              <a:t> </a:t>
            </a:r>
            <a:r>
              <a:rPr lang="en-US" dirty="0" err="1"/>
              <a:t>một</a:t>
            </a:r>
            <a:r>
              <a:rPr lang="en-US" dirty="0"/>
              <a:t> </a:t>
            </a:r>
            <a:r>
              <a:rPr lang="en-US" dirty="0" err="1"/>
              <a:t>vấn</a:t>
            </a:r>
            <a:r>
              <a:rPr lang="en-US" dirty="0"/>
              <a:t> </a:t>
            </a:r>
            <a:r>
              <a:rPr lang="en-US" dirty="0" err="1"/>
              <a:t>đề</a:t>
            </a:r>
            <a:r>
              <a:rPr lang="en-US" dirty="0"/>
              <a:t> </a:t>
            </a:r>
          </a:p>
        </p:txBody>
      </p:sp>
      <p:sp>
        <p:nvSpPr>
          <p:cNvPr id="3" name="Content Placeholder 2"/>
          <p:cNvSpPr>
            <a:spLocks noGrp="1"/>
          </p:cNvSpPr>
          <p:nvPr>
            <p:ph idx="1"/>
          </p:nvPr>
        </p:nvSpPr>
        <p:spPr>
          <a:xfrm>
            <a:off x="736600" y="2371725"/>
            <a:ext cx="10515600" cy="4351338"/>
          </a:xfrm>
        </p:spPr>
        <p:txBody>
          <a:bodyPr/>
          <a:lstStyle/>
          <a:p>
            <a:r>
              <a:rPr lang="en-US" dirty="0" err="1"/>
              <a:t>Bảng</a:t>
            </a:r>
            <a:r>
              <a:rPr lang="en-US" dirty="0"/>
              <a:t> </a:t>
            </a:r>
            <a:r>
              <a:rPr lang="en-US" dirty="0" err="1"/>
              <a:t>thống</a:t>
            </a:r>
            <a:r>
              <a:rPr lang="en-US" dirty="0"/>
              <a:t> </a:t>
            </a:r>
            <a:r>
              <a:rPr lang="en-US" dirty="0" err="1"/>
              <a:t>kê</a:t>
            </a:r>
            <a:r>
              <a:rPr lang="en-US" dirty="0"/>
              <a:t> </a:t>
            </a:r>
            <a:r>
              <a:rPr lang="en-US" dirty="0" err="1"/>
              <a:t>kết</a:t>
            </a:r>
            <a:r>
              <a:rPr lang="en-US" dirty="0"/>
              <a:t> </a:t>
            </a:r>
            <a:r>
              <a:rPr lang="en-US" dirty="0" err="1"/>
              <a:t>quả</a:t>
            </a:r>
            <a:r>
              <a:rPr lang="en-US" dirty="0"/>
              <a:t> </a:t>
            </a:r>
            <a:r>
              <a:rPr lang="en-US" dirty="0" err="1"/>
              <a:t>tuyển</a:t>
            </a:r>
            <a:r>
              <a:rPr lang="en-US" dirty="0"/>
              <a:t> </a:t>
            </a:r>
            <a:r>
              <a:rPr lang="en-US" dirty="0" err="1"/>
              <a:t>sinh</a:t>
            </a:r>
            <a:r>
              <a:rPr lang="en-US" dirty="0"/>
              <a:t> 2020</a:t>
            </a:r>
          </a:p>
        </p:txBody>
      </p:sp>
      <p:graphicFrame>
        <p:nvGraphicFramePr>
          <p:cNvPr id="8" name="Table 7">
            <a:extLst>
              <a:ext uri="{FF2B5EF4-FFF2-40B4-BE49-F238E27FC236}">
                <a16:creationId xmlns:a16="http://schemas.microsoft.com/office/drawing/2014/main" id="{2213B369-44F6-A293-58A2-A8BF6023DF78}"/>
              </a:ext>
            </a:extLst>
          </p:cNvPr>
          <p:cNvGraphicFramePr>
            <a:graphicFrameLocks noGrp="1"/>
          </p:cNvGraphicFramePr>
          <p:nvPr>
            <p:extLst>
              <p:ext uri="{D42A27DB-BD31-4B8C-83A1-F6EECF244321}">
                <p14:modId xmlns:p14="http://schemas.microsoft.com/office/powerpoint/2010/main" val="2180711585"/>
              </p:ext>
            </p:extLst>
          </p:nvPr>
        </p:nvGraphicFramePr>
        <p:xfrm>
          <a:off x="1308100" y="2925763"/>
          <a:ext cx="8966200" cy="3708400"/>
        </p:xfrm>
        <a:graphic>
          <a:graphicData uri="http://schemas.openxmlformats.org/drawingml/2006/table">
            <a:tbl>
              <a:tblPr firstRow="1" bandRow="1">
                <a:tableStyleId>{2D5ABB26-0587-4C30-8999-92F81FD0307C}</a:tableStyleId>
              </a:tblPr>
              <a:tblGrid>
                <a:gridCol w="6311900">
                  <a:extLst>
                    <a:ext uri="{9D8B030D-6E8A-4147-A177-3AD203B41FA5}">
                      <a16:colId xmlns:a16="http://schemas.microsoft.com/office/drawing/2014/main" val="1743752516"/>
                    </a:ext>
                  </a:extLst>
                </a:gridCol>
                <a:gridCol w="2654300">
                  <a:extLst>
                    <a:ext uri="{9D8B030D-6E8A-4147-A177-3AD203B41FA5}">
                      <a16:colId xmlns:a16="http://schemas.microsoft.com/office/drawing/2014/main" val="1352252409"/>
                    </a:ext>
                  </a:extLst>
                </a:gridCol>
              </a:tblGrid>
              <a:tr h="370840">
                <a:tc>
                  <a:txBody>
                    <a:bodyPr/>
                    <a:lstStyle/>
                    <a:p>
                      <a:r>
                        <a:rPr lang="en-US" b="1" dirty="0" err="1"/>
                        <a:t>Tên</a:t>
                      </a:r>
                      <a:r>
                        <a:rPr lang="en-US" b="1" dirty="0"/>
                        <a:t> </a:t>
                      </a:r>
                      <a:r>
                        <a:rPr lang="en-US" b="1" dirty="0" err="1"/>
                        <a:t>ngành</a:t>
                      </a:r>
                      <a:r>
                        <a:rPr lang="en-US" b="1" dirty="0"/>
                        <a:t>/</a:t>
                      </a:r>
                      <a:r>
                        <a:rPr lang="en-US" b="1" dirty="0" err="1"/>
                        <a:t>chuyên</a:t>
                      </a:r>
                      <a:r>
                        <a:rPr lang="en-US" b="1" dirty="0"/>
                        <a:t> </a:t>
                      </a:r>
                      <a:r>
                        <a:rPr lang="en-US" b="1" dirty="0" err="1"/>
                        <a:t>ngành</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b="1" dirty="0" err="1"/>
                        <a:t>Số</a:t>
                      </a:r>
                      <a:r>
                        <a:rPr lang="en-US" b="1" dirty="0"/>
                        <a:t> </a:t>
                      </a:r>
                      <a:r>
                        <a:rPr lang="en-US" b="1" dirty="0" err="1"/>
                        <a:t>lượng</a:t>
                      </a:r>
                      <a:r>
                        <a:rPr lang="en-US" b="1" dirty="0"/>
                        <a:t> </a:t>
                      </a:r>
                      <a:r>
                        <a:rPr lang="en-US" b="1" dirty="0" err="1"/>
                        <a:t>tuyển</a:t>
                      </a:r>
                      <a:r>
                        <a:rPr lang="en-US" b="1" dirty="0"/>
                        <a:t> </a:t>
                      </a:r>
                      <a:r>
                        <a:rPr lang="en-US" b="1" dirty="0" err="1"/>
                        <a:t>sinh</a:t>
                      </a:r>
                      <a:r>
                        <a:rPr lang="en-US" b="1" dirty="0"/>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1451417"/>
                  </a:ext>
                </a:extLst>
              </a:tr>
              <a:tr h="370840">
                <a:tc>
                  <a:txBody>
                    <a:bodyPr/>
                    <a:lstStyle/>
                    <a:p>
                      <a:r>
                        <a:rPr lang="en-US" b="1" dirty="0"/>
                        <a:t>Công </a:t>
                      </a:r>
                      <a:r>
                        <a:rPr lang="en-US" b="1" dirty="0" err="1"/>
                        <a:t>nghệ</a:t>
                      </a:r>
                      <a:r>
                        <a:rPr lang="en-US" b="1" dirty="0"/>
                        <a:t> </a:t>
                      </a:r>
                      <a:r>
                        <a:rPr lang="en-US" b="1" dirty="0" err="1"/>
                        <a:t>thông</a:t>
                      </a:r>
                      <a:r>
                        <a:rPr lang="en-US" b="1" dirty="0"/>
                        <a:t> tin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b="1" dirty="0"/>
                        <a:t>272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6121264"/>
                  </a:ext>
                </a:extLst>
              </a:tr>
              <a:tr h="370840">
                <a:tc>
                  <a:txBody>
                    <a:bodyPr/>
                    <a:lstStyle/>
                    <a:p>
                      <a:r>
                        <a:rPr lang="en-US" b="1" dirty="0"/>
                        <a:t>Công </a:t>
                      </a:r>
                      <a:r>
                        <a:rPr lang="en-US" b="1" dirty="0" err="1"/>
                        <a:t>nghệ</a:t>
                      </a:r>
                      <a:r>
                        <a:rPr lang="en-US" b="1" dirty="0"/>
                        <a:t> </a:t>
                      </a:r>
                      <a:r>
                        <a:rPr lang="en-US" b="1" dirty="0" err="1"/>
                        <a:t>thông</a:t>
                      </a:r>
                      <a:r>
                        <a:rPr lang="en-US" b="1" dirty="0"/>
                        <a:t> tin - CLC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b="1" dirty="0"/>
                        <a:t>144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3199121"/>
                  </a:ext>
                </a:extLst>
              </a:tr>
              <a:tr h="370840">
                <a:tc>
                  <a:txBody>
                    <a:bodyPr/>
                    <a:lstStyle/>
                    <a:p>
                      <a:r>
                        <a:rPr lang="sv-SE" b="1" dirty="0"/>
                        <a:t>Công nghệ thông tin - HA</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b="1" dirty="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23529464"/>
                  </a:ext>
                </a:extLst>
              </a:tr>
              <a:tr h="370840">
                <a:tc>
                  <a:txBody>
                    <a:bodyPr/>
                    <a:lstStyle/>
                    <a:p>
                      <a:r>
                        <a:rPr lang="en-US" b="1" dirty="0" err="1"/>
                        <a:t>Mạng</a:t>
                      </a:r>
                      <a:r>
                        <a:rPr lang="en-US" b="1" dirty="0"/>
                        <a:t> </a:t>
                      </a:r>
                      <a:r>
                        <a:rPr lang="en-US" b="1" dirty="0" err="1"/>
                        <a:t>máy</a:t>
                      </a:r>
                      <a:r>
                        <a:rPr lang="en-US" b="1" dirty="0"/>
                        <a:t> </a:t>
                      </a:r>
                      <a:r>
                        <a:rPr lang="en-US" b="1" dirty="0" err="1"/>
                        <a:t>tính</a:t>
                      </a:r>
                      <a:r>
                        <a:rPr lang="en-US" b="1" dirty="0"/>
                        <a:t> </a:t>
                      </a:r>
                      <a:r>
                        <a:rPr lang="en-US" b="1" dirty="0" err="1"/>
                        <a:t>và</a:t>
                      </a:r>
                      <a:r>
                        <a:rPr lang="en-US" b="1" dirty="0"/>
                        <a:t> </a:t>
                      </a:r>
                      <a:r>
                        <a:rPr lang="en-US" b="1" dirty="0" err="1"/>
                        <a:t>truyền</a:t>
                      </a:r>
                      <a:r>
                        <a:rPr lang="en-US" b="1" dirty="0"/>
                        <a:t> </a:t>
                      </a:r>
                      <a:r>
                        <a:rPr lang="en-US" b="1" dirty="0" err="1"/>
                        <a:t>thông</a:t>
                      </a:r>
                      <a:r>
                        <a:rPr lang="en-US" b="1" dirty="0"/>
                        <a:t> </a:t>
                      </a:r>
                      <a:r>
                        <a:rPr lang="en-US" b="1" dirty="0" err="1"/>
                        <a:t>dữ</a:t>
                      </a:r>
                      <a:r>
                        <a:rPr lang="en-US" b="1" dirty="0"/>
                        <a:t> </a:t>
                      </a:r>
                      <a:r>
                        <a:rPr lang="en-US" b="1" dirty="0" err="1"/>
                        <a:t>liệu</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b="1" dirty="0"/>
                        <a:t>149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71787840"/>
                  </a:ext>
                </a:extLst>
              </a:tr>
              <a:tr h="370840">
                <a:tc>
                  <a:txBody>
                    <a:bodyPr/>
                    <a:lstStyle/>
                    <a:p>
                      <a:r>
                        <a:rPr lang="en-US" b="1" dirty="0" err="1"/>
                        <a:t>Kỹ</a:t>
                      </a:r>
                      <a:r>
                        <a:rPr lang="en-US" b="1" dirty="0"/>
                        <a:t> </a:t>
                      </a:r>
                      <a:r>
                        <a:rPr lang="en-US" b="1" dirty="0" err="1"/>
                        <a:t>thuật</a:t>
                      </a:r>
                      <a:r>
                        <a:rPr lang="en-US" b="1" dirty="0"/>
                        <a:t> </a:t>
                      </a:r>
                      <a:r>
                        <a:rPr lang="en-US" b="1" dirty="0" err="1"/>
                        <a:t>phần</a:t>
                      </a:r>
                      <a:r>
                        <a:rPr lang="en-US" b="1" dirty="0"/>
                        <a:t> </a:t>
                      </a:r>
                      <a:r>
                        <a:rPr lang="en-US" b="1" dirty="0" err="1"/>
                        <a:t>mềm</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b="1" dirty="0"/>
                        <a:t>266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2067042"/>
                  </a:ext>
                </a:extLst>
              </a:tr>
              <a:tr h="370840">
                <a:tc>
                  <a:txBody>
                    <a:bodyPr/>
                    <a:lstStyle/>
                    <a:p>
                      <a:r>
                        <a:rPr lang="en-US" b="1" dirty="0" err="1"/>
                        <a:t>Hệ</a:t>
                      </a:r>
                      <a:r>
                        <a:rPr lang="en-US" b="1" dirty="0"/>
                        <a:t> </a:t>
                      </a:r>
                      <a:r>
                        <a:rPr lang="en-US" b="1" dirty="0" err="1"/>
                        <a:t>thống</a:t>
                      </a:r>
                      <a:r>
                        <a:rPr lang="en-US" b="1" dirty="0"/>
                        <a:t> </a:t>
                      </a:r>
                      <a:r>
                        <a:rPr lang="en-US" b="1" dirty="0" err="1"/>
                        <a:t>thông</a:t>
                      </a:r>
                      <a:r>
                        <a:rPr lang="en-US" b="1" dirty="0"/>
                        <a:t> tin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b="1" dirty="0"/>
                        <a:t>135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6297251"/>
                  </a:ext>
                </a:extLst>
              </a:tr>
              <a:tr h="370840">
                <a:tc>
                  <a:txBody>
                    <a:bodyPr/>
                    <a:lstStyle/>
                    <a:p>
                      <a:r>
                        <a:rPr lang="en-US" b="1" dirty="0"/>
                        <a:t>Khoa </a:t>
                      </a:r>
                      <a:r>
                        <a:rPr lang="en-US" b="1" dirty="0" err="1"/>
                        <a:t>học</a:t>
                      </a:r>
                      <a:r>
                        <a:rPr lang="en-US" b="1" dirty="0"/>
                        <a:t> </a:t>
                      </a:r>
                      <a:r>
                        <a:rPr lang="en-US" b="1" dirty="0" err="1"/>
                        <a:t>máy</a:t>
                      </a:r>
                      <a:r>
                        <a:rPr lang="en-US" b="1" dirty="0"/>
                        <a:t> </a:t>
                      </a:r>
                      <a:r>
                        <a:rPr lang="en-US" b="1" dirty="0" err="1"/>
                        <a:t>tính</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b="1" dirty="0"/>
                        <a:t>178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63218421"/>
                  </a:ext>
                </a:extLst>
              </a:tr>
              <a:tr h="370840">
                <a:tc>
                  <a:txBody>
                    <a:bodyPr/>
                    <a:lstStyle/>
                    <a:p>
                      <a:r>
                        <a:rPr lang="en-US" b="1" dirty="0"/>
                        <a:t>Tin </a:t>
                      </a:r>
                      <a:r>
                        <a:rPr lang="en-US" b="1" dirty="0" err="1"/>
                        <a:t>học</a:t>
                      </a:r>
                      <a:r>
                        <a:rPr lang="en-US" b="1" dirty="0"/>
                        <a:t> </a:t>
                      </a:r>
                      <a:r>
                        <a:rPr lang="en-US" b="1" dirty="0" err="1"/>
                        <a:t>Ứng</a:t>
                      </a:r>
                      <a:r>
                        <a:rPr lang="en-US" b="1" dirty="0"/>
                        <a:t> </a:t>
                      </a:r>
                      <a:r>
                        <a:rPr lang="en-US" b="1" dirty="0" err="1"/>
                        <a:t>dụng</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b="1" dirty="0"/>
                        <a:t>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69507941"/>
                  </a:ext>
                </a:extLst>
              </a:tr>
              <a:tr h="370840">
                <a:tc>
                  <a:txBody>
                    <a:bodyPr/>
                    <a:lstStyle/>
                    <a:p>
                      <a:r>
                        <a:rPr lang="en-US" b="1" dirty="0" err="1"/>
                        <a:t>Tống</a:t>
                      </a:r>
                      <a:endParaRPr lang="en-US"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r"/>
                      <a:r>
                        <a:rPr lang="en-US" b="1" dirty="0"/>
                        <a:t>1251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84193583"/>
                  </a:ext>
                </a:extLst>
              </a:tr>
            </a:tbl>
          </a:graphicData>
        </a:graphic>
      </p:graphicFrame>
      <p:pic>
        <p:nvPicPr>
          <p:cNvPr id="9" name="Picture 8">
            <a:hlinkClick r:id="rId2" action="ppaction://hlinksldjump"/>
            <a:extLst>
              <a:ext uri="{FF2B5EF4-FFF2-40B4-BE49-F238E27FC236}">
                <a16:creationId xmlns:a16="http://schemas.microsoft.com/office/drawing/2014/main" id="{A39CB9AF-250C-6F08-F8D4-3EAF2124CBE8}"/>
              </a:ext>
            </a:extLst>
          </p:cNvPr>
          <p:cNvPicPr>
            <a:picLocks noChangeAspect="1"/>
          </p:cNvPicPr>
          <p:nvPr/>
        </p:nvPicPr>
        <p:blipFill>
          <a:blip r:embed="rId3"/>
          <a:srcRect l="13306" t="-198" r="21867" b="5016"/>
          <a:stretch>
            <a:fillRect/>
          </a:stretch>
        </p:blipFill>
        <p:spPr>
          <a:xfrm>
            <a:off x="8991600" y="1898650"/>
            <a:ext cx="673100" cy="623888"/>
          </a:xfrm>
          <a:prstGeom prst="rect">
            <a:avLst/>
          </a:prstGeom>
          <a:ln>
            <a:solidFill>
              <a:schemeClr val="tx1"/>
            </a:solidFill>
          </a:ln>
        </p:spPr>
      </p:pic>
    </p:spTree>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TotalTime>
  <Words>398</Words>
  <Application>Microsoft Office PowerPoint</Application>
  <PresentationFormat>Widescreen</PresentationFormat>
  <Paragraphs>56</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Times New Roman</vt:lpstr>
      <vt:lpstr>Wingdings</vt:lpstr>
      <vt:lpstr>Office Theme</vt:lpstr>
      <vt:lpstr>BỐ CỤC MỘT BÀI THUYẾT TRÌNH</vt:lpstr>
      <vt:lpstr>Giới thiệu </vt:lpstr>
      <vt:lpstr>Phần mở đầu</vt:lpstr>
      <vt:lpstr>Phần chính </vt:lpstr>
      <vt:lpstr>Phần kết</vt:lpstr>
      <vt:lpstr>Cám ơn sự chú ý của quý vị </vt:lpstr>
      <vt:lpstr>Ví dụ: sử dụng một đoạn trích dẫn khi giới thiệu</vt:lpstr>
      <vt:lpstr>Ví dụ minh chứng một vấn đề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Thinh Nguyen</cp:lastModifiedBy>
  <cp:revision>10</cp:revision>
  <dcterms:created xsi:type="dcterms:W3CDTF">2026-02-05T07:58:00Z</dcterms:created>
  <dcterms:modified xsi:type="dcterms:W3CDTF">2026-02-05T15:32:27Z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2A057832D7AE40E7B1F92DBA9C22F206_13</vt:lpwstr>
  </property>
  <property fmtid="{D5CDD505-2E9C-101B-9397-08002B2CF9AE}" pid="3" name="KSOProductBuildVer">
    <vt:lpwstr>1033-12.2.0.22549</vt:lpwstr>
  </property>
</Properties>
</file>