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3" r:id="rId4"/>
    <p:sldId id="264" r:id="rId5"/>
    <p:sldId id="265" r:id="rId6"/>
    <p:sldId id="266" r:id="rId7"/>
    <p:sldId id="268" r:id="rId8"/>
    <p:sldId id="270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000" b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98F6-A5A0-4445-88E0-43D046D6CB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0C660-20E5-40C3-A36D-333213CED0D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vi-VN" altLang="en-US" smtClean="0"/>
              <a:t>- </a:t>
            </a:r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vi-VN" altLang="en-US" smtClean="0"/>
              <a:t>+ </a:t>
            </a:r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98F6-A5A0-4445-88E0-43D046D6CB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0C660-20E5-40C3-A36D-333213CED0D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98F6-A5A0-4445-88E0-43D046D6CB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0C660-20E5-40C3-A36D-333213CED0D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98F6-A5A0-4445-88E0-43D046D6CBF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0C660-20E5-40C3-A36D-333213CED0D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98F6-A5A0-4445-88E0-43D046D6CBF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0C660-20E5-40C3-A36D-333213CED0D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98F6-A5A0-4445-88E0-43D046D6CBF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0C660-20E5-40C3-A36D-333213CED0D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98F6-A5A0-4445-88E0-43D046D6CBF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0C660-20E5-40C3-A36D-333213CED0D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98F6-A5A0-4445-88E0-43D046D6CBF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0C660-20E5-40C3-A36D-333213CED0D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98F6-A5A0-4445-88E0-43D046D6CBF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0C660-20E5-40C3-A36D-333213CED0D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98F6-A5A0-4445-88E0-43D046D6CB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0C660-20E5-40C3-A36D-333213CED0D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98F6-A5A0-4445-88E0-43D046D6CB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0C660-20E5-40C3-A36D-333213CED0D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98F6-A5A0-4445-88E0-43D046D6CB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0C660-20E5-40C3-A36D-333213CED0D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 </a:t>
            </a:r>
            <a:endParaRPr lang="en-US" smtClean="0"/>
          </a:p>
          <a:p>
            <a:pPr lvl="1"/>
            <a:r>
              <a:rPr lang="en-US" smtClean="0"/>
              <a:t>- Second level</a:t>
            </a:r>
            <a:endParaRPr lang="en-US" smtClean="0"/>
          </a:p>
          <a:p>
            <a:pPr lvl="2"/>
            <a:r>
              <a:rPr lang="en-US" smtClean="0"/>
              <a:t>+ 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298F6-A5A0-4445-88E0-43D046D6CB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0C660-20E5-40C3-A36D-333213CED0D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99663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Times New Roman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Dang Minh Hieu B2511658</cp:lastModifiedBy>
  <cp:revision>8</cp:revision>
  <dcterms:created xsi:type="dcterms:W3CDTF">2026-02-05T07:58:00Z</dcterms:created>
  <dcterms:modified xsi:type="dcterms:W3CDTF">2026-02-05T12:06:35Z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2A057832D7AE40E7B1F92DBA9C22F206_13</vt:lpwstr>
  </property>
  <property fmtid="{D5CDD505-2E9C-101B-9397-08002B2CF9AE}" pid="3" name="KSOProductBuildVer">
    <vt:lpwstr>1033-12.2.0.22549</vt:lpwstr>
  </property>
</Properties>
</file>