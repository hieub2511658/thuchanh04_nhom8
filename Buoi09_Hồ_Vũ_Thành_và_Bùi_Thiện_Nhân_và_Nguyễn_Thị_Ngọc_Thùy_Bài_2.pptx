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2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2624B-0A21-FE77-C279-CC089655FBAA}" v="589" dt="2026-02-06T07:58:03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91467-BF2F-4464-B929-42176E53FE0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600A7-B3CE-496E-ADC9-0C44848D6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0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78615C37-B2D9-402A-B2F8-F8500CEECAF6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EDED3F5-5E08-465A-8566-18B4D809D0FB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0725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308E4ADC-3B7A-4994-86E3-666E6C4AC352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EDED3F5-5E08-465A-8566-18B4D809D0FB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9870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9EF47C1F-9DC6-4177-AE4E-06C73F5BC4B3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1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2848DBD2-8262-46C1-8676-20B39DEDD97A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9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A3A8196-9501-4941-A02C-E7512ADBC494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9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7E93DEF-137E-4480-BB81-DEF4F4E30FD7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7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C5771F35-DFEC-4D2D-8C06-947E97FAE2E9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4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03A1E92A-4120-412F-A14F-9C2812A20113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6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7D5020B-B4D5-467E-973B-B5877304A328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3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FEE0C46-461F-4AF3-A3D9-76E170454CB6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5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CB92D774-88B3-4658-AAEE-54B3EE5775E4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74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8AE7F10F-C4AE-44C1-B717-B420C08F3D4F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1107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04482D13-D441-4018-904D-4EDA0B10D8B2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1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53ABC7BD-70B5-41D9-9916-5C9D64AA8204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90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FFF5C94D-1243-40FD-9B23-A770DA3D17DB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12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C74E201E-CEFC-457A-8C23-7084DEB6A75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68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17B17887-4B58-4568-84A9-23AA208362F8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3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199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3" y="5842000"/>
            <a:ext cx="6229489" cy="86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Học </a:t>
            </a:r>
            <a:r>
              <a:rPr lang="en-US" dirty="0" err="1"/>
              <a:t>Cần</a:t>
            </a:r>
            <a:r>
              <a:rPr lang="en-US" dirty="0"/>
              <a:t> Thơ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EDED3F5-5E08-465A-8566-18B4D809D0F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25C794-40A3-06F6-EE17-DBA6C1B19DCA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87" y="618517"/>
            <a:ext cx="1288238" cy="128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6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⁃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2827488-2FE9-F2D2-C807-B0E24CB91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ĐẠI HỌC CẦN THƠ – QUÁ TRÌNH HÌNH THÀNH VÀ PHÁT TRIỂN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1E5CDB-89F3-6503-D0A7-F3B0F4004E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 anchorCtr="0"/>
          <a:lstStyle/>
          <a:p>
            <a:r>
              <a:rPr lang="en-US" b="1" dirty="0"/>
              <a:t>TS. NGUYỄN VĂN A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65B014E-52EB-B513-1718-6EA498D16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29AA3E-C90E-1AA2-ADD4-9C220AB9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11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22B1D5-74BF-6109-DBAF-126E1398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6E859-48AA-CACA-0D8C-AE95215D1A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THỜI KỲ </a:t>
            </a:r>
            <a:r>
              <a:rPr lang="en-US" sz="2800" b="1" dirty="0" err="1"/>
              <a:t>viện</a:t>
            </a:r>
            <a:r>
              <a:rPr lang="en-US" sz="2800" b="1" dirty="0"/>
              <a:t> </a:t>
            </a:r>
            <a:r>
              <a:rPr lang="en-US" sz="2800" b="1" dirty="0" err="1"/>
              <a:t>đại</a:t>
            </a:r>
            <a:r>
              <a:rPr lang="en-US" sz="2800" b="1" dirty="0"/>
              <a:t> </a:t>
            </a:r>
            <a:r>
              <a:rPr lang="en-US" sz="2800" b="1" dirty="0" err="1"/>
              <a:t>học</a:t>
            </a:r>
            <a:r>
              <a:rPr lang="en-US" sz="2800" b="1" dirty="0"/>
              <a:t> </a:t>
            </a:r>
            <a:r>
              <a:rPr lang="en-US" sz="2800" b="1" dirty="0" err="1"/>
              <a:t>cần</a:t>
            </a:r>
            <a:r>
              <a:rPr lang="en-US" sz="2800" b="1" dirty="0"/>
              <a:t> </a:t>
            </a:r>
            <a:r>
              <a:rPr lang="en-US" sz="2800" b="1" dirty="0" err="1"/>
              <a:t>thơ</a:t>
            </a:r>
            <a:r>
              <a:rPr lang="en-US" sz="2800" b="1" dirty="0"/>
              <a:t> (1966 – 1975)</a:t>
            </a:r>
          </a:p>
          <a:p>
            <a:r>
              <a:rPr lang="en-US" sz="2800" b="1" dirty="0" err="1"/>
              <a:t>Đhct</a:t>
            </a:r>
            <a:r>
              <a:rPr lang="en-US" sz="2800" b="1" dirty="0"/>
              <a:t> </a:t>
            </a:r>
            <a:r>
              <a:rPr lang="en-US" sz="2800" b="1" dirty="0" err="1"/>
              <a:t>giai</a:t>
            </a:r>
            <a:r>
              <a:rPr lang="en-US" sz="2800" b="1" dirty="0"/>
              <a:t> </a:t>
            </a:r>
            <a:r>
              <a:rPr lang="en-US" sz="2800" b="1" dirty="0" err="1"/>
              <a:t>đoạn</a:t>
            </a:r>
            <a:r>
              <a:rPr lang="en-US" sz="2800" b="1" dirty="0"/>
              <a:t> </a:t>
            </a:r>
            <a:r>
              <a:rPr lang="en-US" sz="2800" b="1" dirty="0" err="1"/>
              <a:t>sau</a:t>
            </a:r>
            <a:r>
              <a:rPr lang="en-US" sz="2800" b="1" dirty="0"/>
              <a:t> </a:t>
            </a:r>
            <a:r>
              <a:rPr lang="en-US" sz="2800" b="1" dirty="0" err="1"/>
              <a:t>năm</a:t>
            </a:r>
            <a:r>
              <a:rPr lang="en-US" sz="2800" b="1" dirty="0"/>
              <a:t> 1975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EAAFEE-23D5-77A2-2D05-D7885138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C0AC78-734C-B45B-55D4-D6D9CB87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6997-0C9A-FE94-6813-22E590A5F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thơ</a:t>
            </a:r>
            <a:r>
              <a:rPr lang="en-US" dirty="0"/>
              <a:t>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D3B7F-2872-EE17-8ADB-AF317A3853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lập</a:t>
            </a:r>
            <a:r>
              <a:rPr lang="en-US" sz="2600" dirty="0"/>
              <a:t> </a:t>
            </a:r>
            <a:r>
              <a:rPr lang="en-US" sz="2600" dirty="0" err="1"/>
              <a:t>ngày</a:t>
            </a:r>
            <a:r>
              <a:rPr lang="en-US" sz="2600" dirty="0"/>
              <a:t> 31 </a:t>
            </a:r>
            <a:r>
              <a:rPr lang="en-US" sz="2600" dirty="0" err="1"/>
              <a:t>tháng</a:t>
            </a:r>
            <a:r>
              <a:rPr lang="en-US" sz="2600" dirty="0"/>
              <a:t> 03 </a:t>
            </a:r>
            <a:r>
              <a:rPr lang="en-US" sz="2600" dirty="0" err="1"/>
              <a:t>năm</a:t>
            </a:r>
            <a:r>
              <a:rPr lang="en-US" sz="2600" dirty="0"/>
              <a:t> 1966</a:t>
            </a:r>
          </a:p>
          <a:p>
            <a:r>
              <a:rPr lang="en-US" sz="2600" dirty="0"/>
              <a:t>Viện </a:t>
            </a:r>
            <a:r>
              <a:rPr lang="en-US" sz="2600" dirty="0" err="1"/>
              <a:t>đại</a:t>
            </a:r>
            <a:r>
              <a:rPr lang="en-US" sz="2600" dirty="0"/>
              <a:t> </a:t>
            </a:r>
            <a:r>
              <a:rPr lang="en-US" sz="2600" dirty="0" err="1"/>
              <a:t>học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thơ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bốn</a:t>
            </a:r>
            <a:r>
              <a:rPr lang="en-US" sz="2600" dirty="0"/>
              <a:t> khoa:</a:t>
            </a:r>
          </a:p>
          <a:p>
            <a:pPr lvl="1"/>
            <a:r>
              <a:rPr lang="en-US" sz="2600" dirty="0"/>
              <a:t>Khoa </a:t>
            </a:r>
            <a:r>
              <a:rPr lang="en-US" sz="2600" dirty="0" err="1"/>
              <a:t>học</a:t>
            </a:r>
            <a:endParaRPr lang="en-US" sz="2600" dirty="0"/>
          </a:p>
          <a:p>
            <a:pPr lvl="1"/>
            <a:r>
              <a:rPr lang="en-US" sz="2600" dirty="0" err="1"/>
              <a:t>Luật</a:t>
            </a:r>
            <a:r>
              <a:rPr lang="en-US" sz="2600" dirty="0"/>
              <a:t> khoa</a:t>
            </a:r>
          </a:p>
          <a:p>
            <a:pPr lvl="1"/>
            <a:r>
              <a:rPr lang="en-US" sz="2600" dirty="0"/>
              <a:t>Khoa </a:t>
            </a:r>
            <a:r>
              <a:rPr lang="en-US" sz="2600" dirty="0" err="1"/>
              <a:t>học</a:t>
            </a:r>
            <a:r>
              <a:rPr lang="en-US" sz="2600" dirty="0"/>
              <a:t> </a:t>
            </a:r>
            <a:r>
              <a:rPr lang="en-US" sz="2600" dirty="0" err="1"/>
              <a:t>xã</a:t>
            </a:r>
            <a:r>
              <a:rPr lang="en-US" sz="2600" dirty="0"/>
              <a:t> </a:t>
            </a:r>
            <a:r>
              <a:rPr lang="en-US" sz="2600" dirty="0" err="1"/>
              <a:t>hội</a:t>
            </a:r>
            <a:r>
              <a:rPr lang="en-US" sz="2600" dirty="0"/>
              <a:t>, </a:t>
            </a:r>
            <a:r>
              <a:rPr lang="en-US" sz="2600" dirty="0" err="1"/>
              <a:t>văn</a:t>
            </a:r>
            <a:r>
              <a:rPr lang="en-US" sz="2600" dirty="0"/>
              <a:t> khoa, </a:t>
            </a:r>
            <a:r>
              <a:rPr lang="en-US" sz="2600" dirty="0" err="1"/>
              <a:t>sư</a:t>
            </a:r>
            <a:r>
              <a:rPr lang="en-US" sz="2600" dirty="0"/>
              <a:t> </a:t>
            </a:r>
            <a:r>
              <a:rPr lang="en-US" sz="2600" dirty="0" err="1"/>
              <a:t>phạm</a:t>
            </a:r>
            <a:endParaRPr lang="en-US" sz="2600" dirty="0"/>
          </a:p>
          <a:p>
            <a:pPr lvl="1"/>
            <a:r>
              <a:rPr lang="en-US" sz="2600" dirty="0"/>
              <a:t>Cao </a:t>
            </a:r>
            <a:r>
              <a:rPr lang="en-US" sz="2600" dirty="0" err="1"/>
              <a:t>đẳng</a:t>
            </a:r>
            <a:r>
              <a:rPr lang="en-US" sz="2600" dirty="0"/>
              <a:t> </a:t>
            </a:r>
            <a:r>
              <a:rPr lang="en-US" sz="2600" dirty="0" err="1"/>
              <a:t>nông</a:t>
            </a:r>
            <a:r>
              <a:rPr lang="en-US" sz="2600" dirty="0"/>
              <a:t> </a:t>
            </a:r>
            <a:r>
              <a:rPr lang="en-US" sz="2600" dirty="0" err="1"/>
              <a:t>nghiệp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trung</a:t>
            </a:r>
            <a:r>
              <a:rPr lang="en-US" sz="2600" dirty="0"/>
              <a:t> </a:t>
            </a:r>
            <a:r>
              <a:rPr lang="en-US" sz="2600" dirty="0" err="1"/>
              <a:t>tâm</a:t>
            </a:r>
            <a:r>
              <a:rPr lang="en-US" sz="2600" dirty="0"/>
              <a:t> </a:t>
            </a:r>
            <a:r>
              <a:rPr lang="en-US" sz="2600" dirty="0" err="1"/>
              <a:t>sinh</a:t>
            </a:r>
            <a:r>
              <a:rPr lang="en-US" sz="2600" dirty="0"/>
              <a:t> </a:t>
            </a:r>
            <a:r>
              <a:rPr lang="en-US" sz="2600" dirty="0" err="1"/>
              <a:t>ngữ</a:t>
            </a:r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1E6E1-DA1F-ED64-A85D-BE3722B7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F2B82-299B-1D58-5977-4A172001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5D46-2CCC-98C5-7787-6B295F3C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thơ</a:t>
            </a:r>
            <a:r>
              <a:rPr lang="en-US" dirty="0"/>
              <a:t>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EB958-BC91-26BF-C5A7-222B04C5BB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thơ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lạc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4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lvl="1"/>
            <a:r>
              <a:rPr lang="en-US" dirty="0" err="1"/>
              <a:t>Tòa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trưởng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5,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Khu I (</a:t>
            </a:r>
            <a:r>
              <a:rPr lang="en-US" dirty="0" err="1"/>
              <a:t>đường</a:t>
            </a:r>
            <a:r>
              <a:rPr lang="en-US" dirty="0"/>
              <a:t> 30/4)</a:t>
            </a:r>
          </a:p>
          <a:p>
            <a:pPr lvl="1"/>
            <a:r>
              <a:rPr lang="en-US" dirty="0"/>
              <a:t>Khu ii (</a:t>
            </a:r>
            <a:r>
              <a:rPr lang="en-US" dirty="0" err="1"/>
              <a:t>đường</a:t>
            </a:r>
            <a:r>
              <a:rPr lang="en-US" dirty="0"/>
              <a:t> 3/2)</a:t>
            </a:r>
          </a:p>
          <a:p>
            <a:pPr lvl="1"/>
            <a:r>
              <a:rPr lang="en-US" dirty="0"/>
              <a:t>Khu III (</a:t>
            </a:r>
            <a:r>
              <a:rPr lang="en-US" dirty="0" err="1"/>
              <a:t>số</a:t>
            </a:r>
            <a:r>
              <a:rPr lang="en-US" dirty="0"/>
              <a:t> 1,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34275-3424-C9BE-F051-6C9B7C04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FCF27-917D-6994-A1F5-90DF22DA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1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7A63-35EE-D791-C0C4-32CCF831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6645-1701-002E-6D8C-1F6F9B5BA0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Viện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thơ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đhct</a:t>
            </a:r>
            <a:endParaRPr lang="en-US" dirty="0"/>
          </a:p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</a:t>
            </a:r>
          </a:p>
          <a:p>
            <a:pPr lvl="1"/>
            <a:r>
              <a:rPr lang="en-US" dirty="0"/>
              <a:t>Khoa – </a:t>
            </a:r>
            <a:r>
              <a:rPr lang="en-US" dirty="0" err="1"/>
              <a:t>viện</a:t>
            </a:r>
            <a:endParaRPr lang="en-US" dirty="0"/>
          </a:p>
          <a:p>
            <a:pPr lvl="1"/>
            <a:r>
              <a:rPr lang="en-US" dirty="0"/>
              <a:t>Trung </a:t>
            </a:r>
            <a:r>
              <a:rPr lang="en-US" dirty="0" err="1"/>
              <a:t>tâm</a:t>
            </a:r>
            <a:r>
              <a:rPr lang="en-US" dirty="0"/>
              <a:t> –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1"/>
            <a:r>
              <a:rPr lang="en-US" dirty="0" err="1"/>
              <a:t>Phòng</a:t>
            </a:r>
            <a:r>
              <a:rPr lang="en-US" dirty="0"/>
              <a:t> ban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  <a:p>
            <a:pPr lvl="1"/>
            <a:r>
              <a:rPr lang="en-US" dirty="0"/>
              <a:t>Đoàn </a:t>
            </a:r>
            <a:r>
              <a:rPr lang="en-US" dirty="0" err="1"/>
              <a:t>thể</a:t>
            </a:r>
            <a:r>
              <a:rPr lang="en-US" dirty="0"/>
              <a:t> &amp; </a:t>
            </a:r>
            <a:r>
              <a:rPr lang="en-US" dirty="0" err="1"/>
              <a:t>hội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2709A-7F66-0599-F9C0-69FD0A29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8DBAB-DE7F-1AAE-9613-64EF9CD3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8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2D5F-B622-E4E1-6553-A72975AF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EB018-D2F5-1DF8-53C8-5D484B343DF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Ngày</a:t>
            </a:r>
            <a:r>
              <a:rPr lang="en-US" dirty="0"/>
              <a:t> 14/1/1998,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khánh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khoa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1"/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endParaRPr lang="en-US" dirty="0"/>
          </a:p>
          <a:p>
            <a:pPr lvl="2"/>
            <a:r>
              <a:rPr lang="en-US" dirty="0"/>
              <a:t>12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(</a:t>
            </a:r>
            <a:r>
              <a:rPr lang="en-US" dirty="0" err="1"/>
              <a:t>ptn</a:t>
            </a:r>
            <a:r>
              <a:rPr lang="en-US" dirty="0"/>
              <a:t>)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,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lvl="2"/>
            <a:r>
              <a:rPr lang="en-US" dirty="0"/>
              <a:t>06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EF8FA-BEA7-D8E8-EFF2-7A05A301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A5A54-AA00-C413-78B4-6AE11540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25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692F-56C1-0EFA-DEA9-1CCF8AEA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1FE2E-681F-09BE-0DB3-2376FA6F25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chất</a:t>
            </a:r>
            <a:endParaRPr lang="en-US" dirty="0"/>
          </a:p>
          <a:p>
            <a:pPr lvl="2"/>
            <a:r>
              <a:rPr lang="en-US" dirty="0" err="1"/>
              <a:t>Vp</a:t>
            </a:r>
            <a:r>
              <a:rPr lang="en-US" dirty="0"/>
              <a:t> khoa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xưởng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chữa</a:t>
            </a:r>
            <a:endParaRPr lang="en-US" dirty="0"/>
          </a:p>
          <a:p>
            <a:pPr lvl="2"/>
            <a:r>
              <a:rPr lang="en-US" dirty="0" err="1"/>
              <a:t>Năm</a:t>
            </a:r>
            <a:r>
              <a:rPr lang="en-US" dirty="0"/>
              <a:t> 2010,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ptn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khoa</a:t>
            </a:r>
          </a:p>
          <a:p>
            <a:pPr lvl="2"/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3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22 </a:t>
            </a:r>
            <a:r>
              <a:rPr lang="en-US" dirty="0" err="1"/>
              <a:t>phòng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00119-8FB8-D0B6-8E99-9B9DA50D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50C51-9D40-A1D2-609B-82886E43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2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229F-D6C4-42B1-D428-B07FDA17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B8876-5769-0D78-7228-090D6CCEBD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Khoa </a:t>
            </a:r>
            <a:r>
              <a:rPr lang="en-US" dirty="0" err="1"/>
              <a:t>khtn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 </a:t>
            </a:r>
            <a:r>
              <a:rPr lang="en-US" dirty="0" err="1"/>
              <a:t>gồm</a:t>
            </a:r>
            <a:r>
              <a:rPr lang="en-US" dirty="0"/>
              <a:t> 04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lvl="2"/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52FD-C587-77ED-C80E-44697C89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47F01-96E4-EFE9-B64D-9492AE0E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52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A8AB-55DE-CCEC-B1D8-94D43FC0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A593-475F-B128-AE43-3B9F804BF0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học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2"/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: …..</a:t>
            </a:r>
          </a:p>
          <a:p>
            <a:pPr lvl="2"/>
            <a:r>
              <a:rPr lang="en-US" dirty="0" err="1"/>
              <a:t>Sđh</a:t>
            </a:r>
            <a:r>
              <a:rPr lang="en-US" dirty="0"/>
              <a:t>: …</a:t>
            </a:r>
          </a:p>
          <a:p>
            <a:pPr lvl="1"/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nckh</a:t>
            </a:r>
            <a:r>
              <a:rPr lang="en-US" dirty="0"/>
              <a:t>,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: ….</a:t>
            </a:r>
          </a:p>
          <a:p>
            <a:pPr lvl="1"/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bồi</a:t>
            </a:r>
            <a:r>
              <a:rPr lang="en-US" dirty="0"/>
              <a:t> </a:t>
            </a:r>
            <a:r>
              <a:rPr lang="en-US" dirty="0" err="1"/>
              <a:t>dưỡng</a:t>
            </a:r>
            <a:r>
              <a:rPr lang="en-US" dirty="0"/>
              <a:t> </a:t>
            </a:r>
            <a:r>
              <a:rPr lang="en-US" dirty="0" err="1"/>
              <a:t>cán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: …..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E5DD3-3589-0F0F-BEC9-DDF2EFDF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2C92F-D551-EC3D-E717-67CBE85F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2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4851-A974-1B13-075E-19C4B4F7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743E-0982-0628-E178-8152462405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Khoa </a:t>
            </a:r>
            <a:r>
              <a:rPr lang="en-US" b="1" u="sng" dirty="0" err="1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cntt</a:t>
            </a:r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 &amp; </a:t>
            </a:r>
            <a:r>
              <a:rPr lang="en-US" b="1" u="sng" dirty="0" err="1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tt</a:t>
            </a:r>
            <a:endParaRPr lang="en-US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1994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tin </a:t>
            </a:r>
            <a:r>
              <a:rPr lang="en-US" dirty="0" err="1"/>
              <a:t>học</a:t>
            </a:r>
            <a:endParaRPr lang="en-US" dirty="0"/>
          </a:p>
          <a:p>
            <a:pPr lvl="1"/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khoa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2"/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Nckh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cntt</a:t>
            </a:r>
            <a:r>
              <a:rPr lang="en-US" dirty="0"/>
              <a:t> &amp; </a:t>
            </a:r>
            <a:r>
              <a:rPr lang="en-US" dirty="0" err="1"/>
              <a:t>tt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CFDAD-FF63-F57C-2324-FD682238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57652-228C-7F8A-8FF3-C519712A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1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637A-1112-6F20-CB7F-F00456D7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3C88-3F9E-B8F3-AD26-D9FE9517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B0EC-29CE-55AB-8F4F-6874FF088A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4212" y="2210517"/>
            <a:ext cx="10363826" cy="34241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  <a:t>Khoa </a:t>
            </a:r>
            <a:r>
              <a:rPr lang="en-US" b="1" err="1">
                <a:solidFill>
                  <a:srgbClr val="0070C0"/>
                </a:solidFill>
                <a:latin typeface="Times New Roman"/>
                <a:cs typeface="Times New Roman"/>
              </a:rPr>
              <a:t>cntt</a:t>
            </a:r>
            <a: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  <a:t> &amp; </a:t>
            </a:r>
            <a:r>
              <a:rPr lang="en-US" b="1" err="1">
                <a:solidFill>
                  <a:srgbClr val="0070C0"/>
                </a:solidFill>
                <a:latin typeface="Times New Roman"/>
                <a:cs typeface="Times New Roman"/>
              </a:rPr>
              <a:t>tt</a:t>
            </a:r>
            <a:endParaRPr lang="en-US" b="1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lvl="1"/>
            <a:r>
              <a:rPr lang="en-US" dirty="0" err="1">
                <a:latin typeface="Times New Roman"/>
                <a:cs typeface="Times New Roman"/>
              </a:rPr>
              <a:t>Tầm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nhìn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đến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năm</a:t>
            </a:r>
            <a:r>
              <a:rPr lang="en-US" dirty="0">
                <a:latin typeface="Times New Roman"/>
                <a:cs typeface="Times New Roman"/>
              </a:rPr>
              <a:t> 2020</a:t>
            </a:r>
            <a:endParaRPr lang="en-US" dirty="0"/>
          </a:p>
          <a:p>
            <a:pPr lvl="2"/>
            <a:r>
              <a:rPr lang="en-US" dirty="0" err="1">
                <a:latin typeface="Times New Roman"/>
                <a:cs typeface="Times New Roman"/>
              </a:rPr>
              <a:t>Đơn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đào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tạo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và</a:t>
            </a:r>
            <a:endParaRPr lang="en-US" dirty="0" err="1"/>
          </a:p>
          <a:p>
            <a:pPr lvl="2"/>
            <a:r>
              <a:rPr lang="en-US" dirty="0" err="1">
                <a:latin typeface="Times New Roman"/>
                <a:cs typeface="Times New Roman"/>
              </a:rPr>
              <a:t>Nghiên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cứu</a:t>
            </a:r>
            <a:r>
              <a:rPr lang="en-US" dirty="0">
                <a:latin typeface="Times New Roman"/>
                <a:cs typeface="Times New Roman"/>
              </a:rPr>
              <a:t> khoa </a:t>
            </a:r>
            <a:r>
              <a:rPr lang="en-US" dirty="0" err="1">
                <a:latin typeface="Times New Roman"/>
                <a:cs typeface="Times New Roman"/>
              </a:rPr>
              <a:t>học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về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cntt&amp;tt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mạnh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của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nước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914B0-1565-6C1E-144F-AC9F78A3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6637B-4C55-B333-5DA2-C9741F61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5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B858-5836-E8D0-C8CC-607130E1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C511-517A-5D91-03F0-B0A756745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1201-DE5B-223E-1087-21B6C1B0E9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  <a:t>Khoa </a:t>
            </a:r>
            <a:r>
              <a:rPr lang="en-US" b="1" dirty="0" err="1">
                <a:solidFill>
                  <a:srgbClr val="0070C0"/>
                </a:solidFill>
                <a:latin typeface="Times New Roman"/>
                <a:cs typeface="Times New Roman"/>
              </a:rPr>
              <a:t>cntt</a:t>
            </a:r>
            <a: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  <a:t> &amp; </a:t>
            </a:r>
            <a:r>
              <a:rPr lang="en-US" b="1" dirty="0" err="1">
                <a:solidFill>
                  <a:srgbClr val="0070C0"/>
                </a:solidFill>
                <a:latin typeface="Times New Roman"/>
                <a:cs typeface="Times New Roman"/>
              </a:rPr>
              <a:t>tt</a:t>
            </a:r>
            <a:endParaRPr lang="en-US" b="1" dirty="0">
              <a:solidFill>
                <a:srgbClr val="0070C0"/>
              </a:solidFill>
              <a:latin typeface="Times New Roman"/>
              <a:cs typeface="Times New Roman"/>
            </a:endParaRPr>
          </a:p>
          <a:p>
            <a:pPr lvl="1">
              <a:buClr>
                <a:srgbClr val="000000"/>
              </a:buClr>
            </a:pPr>
            <a:r>
              <a:rPr lang="en-US" dirty="0">
                <a:latin typeface="Times New Roman"/>
                <a:cs typeface="Times New Roman"/>
              </a:rPr>
              <a:t>Các </a:t>
            </a:r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và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trung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tâm</a:t>
            </a:r>
            <a:endParaRPr lang="en-US" dirty="0"/>
          </a:p>
          <a:p>
            <a:pPr lvl="2"/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hệ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thống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thông</a:t>
            </a:r>
            <a:r>
              <a:rPr lang="en-US" dirty="0">
                <a:latin typeface="Times New Roman"/>
                <a:cs typeface="Times New Roman"/>
              </a:rPr>
              <a:t> tin</a:t>
            </a:r>
          </a:p>
          <a:p>
            <a:pPr lvl="2">
              <a:buClr>
                <a:srgbClr val="000000"/>
              </a:buClr>
            </a:pPr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mạng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máy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tính</a:t>
            </a:r>
            <a:r>
              <a:rPr lang="en-US" dirty="0">
                <a:latin typeface="Times New Roman"/>
                <a:cs typeface="Times New Roman"/>
              </a:rPr>
              <a:t> &amp; </a:t>
            </a:r>
            <a:r>
              <a:rPr lang="en-US" dirty="0" err="1">
                <a:latin typeface="Times New Roman"/>
                <a:cs typeface="Times New Roman"/>
              </a:rPr>
              <a:t>truyền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thông</a:t>
            </a:r>
            <a:endParaRPr lang="en-US" dirty="0">
              <a:latin typeface="Times New Roman"/>
              <a:cs typeface="Times New Roman"/>
            </a:endParaRPr>
          </a:p>
          <a:p>
            <a:pPr lvl="2">
              <a:buClr>
                <a:srgbClr val="000000"/>
              </a:buClr>
            </a:pPr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công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nghệ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phần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mềm</a:t>
            </a:r>
            <a:endParaRPr lang="en-US" dirty="0">
              <a:latin typeface="Times New Roman"/>
              <a:cs typeface="Times New Roman"/>
            </a:endParaRPr>
          </a:p>
          <a:p>
            <a:pPr lvl="2">
              <a:buClr>
                <a:srgbClr val="000000"/>
              </a:buClr>
            </a:pPr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khoa </a:t>
            </a:r>
            <a:r>
              <a:rPr lang="en-US" dirty="0" err="1">
                <a:latin typeface="Times New Roman"/>
                <a:cs typeface="Times New Roman"/>
              </a:rPr>
              <a:t>học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máy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tính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E9D72-A6D1-047B-8B03-19EE36AA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C2873-4712-9B8F-112E-92126B5E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71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5A9E-3E7E-CA0F-2422-87EC9A6E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E7FB-B50A-D984-FB5A-BAAD397A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Đhct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8F6F-1E41-3C39-A5EE-5BB29075DD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  <a:t>Khoa </a:t>
            </a:r>
            <a:r>
              <a:rPr lang="en-US" b="1" dirty="0" err="1">
                <a:solidFill>
                  <a:srgbClr val="0070C0"/>
                </a:solidFill>
                <a:latin typeface="Times New Roman"/>
                <a:cs typeface="Times New Roman"/>
              </a:rPr>
              <a:t>cntt</a:t>
            </a:r>
            <a:r>
              <a:rPr lang="en-US" b="1" dirty="0">
                <a:solidFill>
                  <a:srgbClr val="0070C0"/>
                </a:solidFill>
                <a:latin typeface="Times New Roman"/>
                <a:cs typeface="Times New Roman"/>
              </a:rPr>
              <a:t> &amp; </a:t>
            </a:r>
            <a:r>
              <a:rPr lang="en-US" b="1" dirty="0" err="1">
                <a:solidFill>
                  <a:srgbClr val="0070C0"/>
                </a:solidFill>
                <a:latin typeface="Times New Roman"/>
                <a:cs typeface="Times New Roman"/>
              </a:rPr>
              <a:t>tt</a:t>
            </a:r>
            <a:endParaRPr lang="en-US" b="1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Công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lvl="2"/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công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nghệ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thông</a:t>
            </a:r>
            <a:r>
              <a:rPr lang="en-US" dirty="0">
                <a:latin typeface="Times New Roman"/>
                <a:cs typeface="Times New Roman"/>
              </a:rPr>
              <a:t> tin</a:t>
            </a:r>
          </a:p>
          <a:p>
            <a:pPr lvl="2">
              <a:buClr>
                <a:srgbClr val="000000"/>
              </a:buClr>
            </a:pPr>
            <a:r>
              <a:rPr lang="en-US" dirty="0" err="1">
                <a:latin typeface="Times New Roman"/>
                <a:cs typeface="Times New Roman"/>
              </a:rPr>
              <a:t>Bộ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môn</a:t>
            </a:r>
            <a:r>
              <a:rPr lang="en-US" dirty="0">
                <a:latin typeface="Times New Roman"/>
                <a:cs typeface="Times New Roman"/>
              </a:rPr>
              <a:t> tin </a:t>
            </a:r>
            <a:r>
              <a:rPr lang="en-US" dirty="0" err="1">
                <a:latin typeface="Times New Roman"/>
                <a:cs typeface="Times New Roman"/>
              </a:rPr>
              <a:t>học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ứng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dụng</a:t>
            </a:r>
          </a:p>
          <a:p>
            <a:pPr lvl="2">
              <a:buClr>
                <a:srgbClr val="000000"/>
              </a:buClr>
            </a:pPr>
            <a:r>
              <a:rPr lang="en-US" dirty="0" err="1">
                <a:latin typeface="Times New Roman"/>
                <a:cs typeface="Times New Roman"/>
              </a:rPr>
              <a:t>Tổ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văn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phòng</a:t>
            </a:r>
          </a:p>
          <a:p>
            <a:pPr lvl="2">
              <a:buClr>
                <a:srgbClr val="000000"/>
              </a:buClr>
            </a:pPr>
            <a:r>
              <a:rPr lang="en-US" dirty="0">
                <a:latin typeface="Times New Roman"/>
                <a:cs typeface="Times New Roman"/>
              </a:rPr>
              <a:t>Trung </a:t>
            </a:r>
            <a:r>
              <a:rPr lang="en-US" dirty="0" err="1">
                <a:latin typeface="Times New Roman"/>
                <a:cs typeface="Times New Roman"/>
              </a:rPr>
              <a:t>tâm</a:t>
            </a:r>
            <a:r>
              <a:rPr lang="en-US" dirty="0">
                <a:latin typeface="Times New Roman"/>
                <a:cs typeface="Times New Roman"/>
              </a:rPr>
              <a:t> </a:t>
            </a:r>
            <a:r>
              <a:rPr lang="en-US" dirty="0" err="1">
                <a:latin typeface="Times New Roman"/>
                <a:cs typeface="Times New Roman"/>
              </a:rPr>
              <a:t>điện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tử</a:t>
            </a:r>
            <a:r>
              <a:rPr lang="en-US" dirty="0">
                <a:latin typeface="Times New Roman"/>
                <a:cs typeface="Times New Roman"/>
              </a:rPr>
              <a:t> &amp; tin </a:t>
            </a:r>
            <a:r>
              <a:rPr lang="en-US" dirty="0" err="1">
                <a:latin typeface="Times New Roman"/>
                <a:cs typeface="Times New Roman"/>
              </a:rPr>
              <a:t>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F47A76-105A-5E63-B7F4-9E86A69C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E1A4D-6B3D-6C44-9B86-C55E3261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17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D6E53-F475-6724-B725-8EB22FAF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12D49-680E-B63E-BCF9-AC571547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413E6-3E8E-9953-78AA-A494581B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D3F5-5E08-465A-8566-18B4D809D0FB}" type="slidenum">
              <a:rPr lang="en-US" smtClean="0"/>
              <a:t>14</a:t>
            </a:fld>
            <a:endParaRPr lang="en-US"/>
          </a:p>
        </p:txBody>
      </p:sp>
      <p:sp>
        <p:nvSpPr>
          <p:cNvPr id="7" name="Tiêu đề 6">
            <a:extLst>
              <a:ext uri="{FF2B5EF4-FFF2-40B4-BE49-F238E27FC236}">
                <a16:creationId xmlns:a16="http://schemas.microsoft.com/office/drawing/2014/main" id="{C79FC1E9-7AD1-D710-068C-02E31272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13" y="2633120"/>
            <a:ext cx="10364451" cy="1596177"/>
          </a:xfrm>
        </p:spPr>
        <p:txBody>
          <a:bodyPr/>
          <a:lstStyle/>
          <a:p>
            <a:r>
              <a:rPr lang="vi-VN" dirty="0">
                <a:latin typeface="Times New Roman"/>
                <a:cs typeface="Times New Roman"/>
              </a:rPr>
              <a:t>Cám ơn sự chú ý của quý vị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1469612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37</TotalTime>
  <Words>625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ToiNguBo .</dc:creator>
  <cp:lastModifiedBy>ToiNguBo .</cp:lastModifiedBy>
  <cp:revision>134</cp:revision>
  <dcterms:created xsi:type="dcterms:W3CDTF">2026-02-06T06:59:22Z</dcterms:created>
  <dcterms:modified xsi:type="dcterms:W3CDTF">2026-02-06T08:08:40Z</dcterms:modified>
</cp:coreProperties>
</file>